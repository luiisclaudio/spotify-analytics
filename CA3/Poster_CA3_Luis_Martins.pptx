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 id="2147483661" r:id="rId4"/>
  </p:sldMasterIdLst>
  <p:notesMasterIdLst>
    <p:notesMasterId r:id="rId6"/>
  </p:notesMasterIdLst>
  <p:handoutMasterIdLst>
    <p:handoutMasterId r:id="rId7"/>
  </p:handoutMasterIdLst>
  <p:sldIdLst>
    <p:sldId id="257" r:id="rId5"/>
  </p:sldIdLst>
  <p:sldSz cx="30275213" cy="21383625"/>
  <p:notesSz cx="6858000" cy="9144000"/>
  <p:defaultTextStyle>
    <a:defPPr>
      <a:defRPr lang="en-US"/>
    </a:defPPr>
    <a:lvl1pPr marL="0" algn="l" defTabSz="2951535" rtl="0" eaLnBrk="1" latinLnBrk="0" hangingPunct="1">
      <a:defRPr sz="5784" kern="1200">
        <a:solidFill>
          <a:schemeClr val="tx1"/>
        </a:solidFill>
        <a:latin typeface="+mn-lt"/>
        <a:ea typeface="+mn-ea"/>
        <a:cs typeface="+mn-cs"/>
      </a:defRPr>
    </a:lvl1pPr>
    <a:lvl2pPr marL="1475768" algn="l" defTabSz="2951535" rtl="0" eaLnBrk="1" latinLnBrk="0" hangingPunct="1">
      <a:defRPr sz="5784" kern="1200">
        <a:solidFill>
          <a:schemeClr val="tx1"/>
        </a:solidFill>
        <a:latin typeface="+mn-lt"/>
        <a:ea typeface="+mn-ea"/>
        <a:cs typeface="+mn-cs"/>
      </a:defRPr>
    </a:lvl2pPr>
    <a:lvl3pPr marL="2951535" algn="l" defTabSz="2951535" rtl="0" eaLnBrk="1" latinLnBrk="0" hangingPunct="1">
      <a:defRPr sz="5784" kern="1200">
        <a:solidFill>
          <a:schemeClr val="tx1"/>
        </a:solidFill>
        <a:latin typeface="+mn-lt"/>
        <a:ea typeface="+mn-ea"/>
        <a:cs typeface="+mn-cs"/>
      </a:defRPr>
    </a:lvl3pPr>
    <a:lvl4pPr marL="4427304" algn="l" defTabSz="2951535" rtl="0" eaLnBrk="1" latinLnBrk="0" hangingPunct="1">
      <a:defRPr sz="5784" kern="1200">
        <a:solidFill>
          <a:schemeClr val="tx1"/>
        </a:solidFill>
        <a:latin typeface="+mn-lt"/>
        <a:ea typeface="+mn-ea"/>
        <a:cs typeface="+mn-cs"/>
      </a:defRPr>
    </a:lvl4pPr>
    <a:lvl5pPr marL="5903071" algn="l" defTabSz="2951535" rtl="0" eaLnBrk="1" latinLnBrk="0" hangingPunct="1">
      <a:defRPr sz="5784" kern="1200">
        <a:solidFill>
          <a:schemeClr val="tx1"/>
        </a:solidFill>
        <a:latin typeface="+mn-lt"/>
        <a:ea typeface="+mn-ea"/>
        <a:cs typeface="+mn-cs"/>
      </a:defRPr>
    </a:lvl5pPr>
    <a:lvl6pPr marL="7378839" algn="l" defTabSz="2951535" rtl="0" eaLnBrk="1" latinLnBrk="0" hangingPunct="1">
      <a:defRPr sz="5784" kern="1200">
        <a:solidFill>
          <a:schemeClr val="tx1"/>
        </a:solidFill>
        <a:latin typeface="+mn-lt"/>
        <a:ea typeface="+mn-ea"/>
        <a:cs typeface="+mn-cs"/>
      </a:defRPr>
    </a:lvl6pPr>
    <a:lvl7pPr marL="8854608" algn="l" defTabSz="2951535" rtl="0" eaLnBrk="1" latinLnBrk="0" hangingPunct="1">
      <a:defRPr sz="5784" kern="1200">
        <a:solidFill>
          <a:schemeClr val="tx1"/>
        </a:solidFill>
        <a:latin typeface="+mn-lt"/>
        <a:ea typeface="+mn-ea"/>
        <a:cs typeface="+mn-cs"/>
      </a:defRPr>
    </a:lvl7pPr>
    <a:lvl8pPr marL="10330375" algn="l" defTabSz="2951535" rtl="0" eaLnBrk="1" latinLnBrk="0" hangingPunct="1">
      <a:defRPr sz="5784" kern="1200">
        <a:solidFill>
          <a:schemeClr val="tx1"/>
        </a:solidFill>
        <a:latin typeface="+mn-lt"/>
        <a:ea typeface="+mn-ea"/>
        <a:cs typeface="+mn-cs"/>
      </a:defRPr>
    </a:lvl8pPr>
    <a:lvl9pPr marL="11806143" algn="l" defTabSz="2951535" rtl="0" eaLnBrk="1" latinLnBrk="0" hangingPunct="1">
      <a:defRPr sz="578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452" userDrawn="1">
          <p15:clr>
            <a:srgbClr val="A4A3A4"/>
          </p15:clr>
        </p15:guide>
        <p15:guide id="2" orient="horz" pos="187" userDrawn="1">
          <p15:clr>
            <a:srgbClr val="A4A3A4"/>
          </p15:clr>
        </p15:guide>
        <p15:guide id="3" orient="horz" pos="13096" userDrawn="1">
          <p15:clr>
            <a:srgbClr val="A4A3A4"/>
          </p15:clr>
        </p15:guide>
        <p15:guide id="4" orient="horz" pos="67" userDrawn="1">
          <p15:clr>
            <a:srgbClr val="A4A3A4"/>
          </p15:clr>
        </p15:guide>
        <p15:guide id="5" pos="14185" userDrawn="1">
          <p15:clr>
            <a:srgbClr val="A4A3A4"/>
          </p15:clr>
        </p15:guide>
        <p15:guide id="6" pos="13867" userDrawn="1">
          <p15:clr>
            <a:srgbClr val="A4A3A4"/>
          </p15:clr>
        </p15:guide>
        <p15:guide id="7" orient="horz" pos="2142" userDrawn="1">
          <p15:clr>
            <a:srgbClr val="A4A3A4"/>
          </p15:clr>
        </p15:guide>
        <p15:guide id="8" orient="horz" pos="13469" userDrawn="1">
          <p15:clr>
            <a:srgbClr val="A4A3A4"/>
          </p15:clr>
        </p15:guide>
        <p15:guide id="10" pos="18607"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B742"/>
    <a:srgbClr val="CFDFCA"/>
    <a:srgbClr val="285472"/>
    <a:srgbClr val="31688E"/>
    <a:srgbClr val="91C5F1"/>
    <a:srgbClr val="99AAC9"/>
    <a:srgbClr val="34A7C7"/>
    <a:srgbClr val="35A8C9"/>
    <a:srgbClr val="254C71"/>
    <a:srgbClr val="0030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531" autoAdjust="0"/>
    <p:restoredTop sz="94744" autoAdjust="0"/>
  </p:normalViewPr>
  <p:slideViewPr>
    <p:cSldViewPr snapToGrid="0" snapToObjects="1" showGuides="1">
      <p:cViewPr varScale="1">
        <p:scale>
          <a:sx n="26" d="100"/>
          <a:sy n="26" d="100"/>
        </p:scale>
        <p:origin x="1968" y="96"/>
      </p:cViewPr>
      <p:guideLst>
        <p:guide orient="horz" pos="11452"/>
        <p:guide orient="horz" pos="187"/>
        <p:guide orient="horz" pos="13096"/>
        <p:guide orient="horz" pos="67"/>
        <p:guide pos="14185"/>
        <p:guide pos="13867"/>
        <p:guide orient="horz" pos="2142"/>
        <p:guide orient="horz" pos="13469"/>
        <p:guide pos="186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11/23/2025</a:t>
            </a:fld>
            <a:endParaRPr lang="en-US" dirty="0"/>
          </a:p>
        </p:txBody>
      </p:sp>
      <p:sp>
        <p:nvSpPr>
          <p:cNvPr id="4" name="Slide Image Placeholder 3"/>
          <p:cNvSpPr>
            <a:spLocks noGrp="1" noRot="1" noChangeAspect="1"/>
          </p:cNvSpPr>
          <p:nvPr>
            <p:ph type="sldImg" idx="2"/>
          </p:nvPr>
        </p:nvSpPr>
        <p:spPr>
          <a:xfrm>
            <a:off x="1001713" y="685800"/>
            <a:ext cx="485457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2951535" rtl="0" eaLnBrk="1" latinLnBrk="0" hangingPunct="1">
      <a:defRPr sz="3901" kern="1200">
        <a:solidFill>
          <a:schemeClr val="tx1"/>
        </a:solidFill>
        <a:latin typeface="+mn-lt"/>
        <a:ea typeface="+mn-ea"/>
        <a:cs typeface="+mn-cs"/>
      </a:defRPr>
    </a:lvl1pPr>
    <a:lvl2pPr marL="1475768" algn="l" defTabSz="2951535" rtl="0" eaLnBrk="1" latinLnBrk="0" hangingPunct="1">
      <a:defRPr sz="3901" kern="1200">
        <a:solidFill>
          <a:schemeClr val="tx1"/>
        </a:solidFill>
        <a:latin typeface="+mn-lt"/>
        <a:ea typeface="+mn-ea"/>
        <a:cs typeface="+mn-cs"/>
      </a:defRPr>
    </a:lvl2pPr>
    <a:lvl3pPr marL="2951535" algn="l" defTabSz="2951535" rtl="0" eaLnBrk="1" latinLnBrk="0" hangingPunct="1">
      <a:defRPr sz="3901" kern="1200">
        <a:solidFill>
          <a:schemeClr val="tx1"/>
        </a:solidFill>
        <a:latin typeface="+mn-lt"/>
        <a:ea typeface="+mn-ea"/>
        <a:cs typeface="+mn-cs"/>
      </a:defRPr>
    </a:lvl3pPr>
    <a:lvl4pPr marL="4427304" algn="l" defTabSz="2951535" rtl="0" eaLnBrk="1" latinLnBrk="0" hangingPunct="1">
      <a:defRPr sz="3901" kern="1200">
        <a:solidFill>
          <a:schemeClr val="tx1"/>
        </a:solidFill>
        <a:latin typeface="+mn-lt"/>
        <a:ea typeface="+mn-ea"/>
        <a:cs typeface="+mn-cs"/>
      </a:defRPr>
    </a:lvl4pPr>
    <a:lvl5pPr marL="5903071" algn="l" defTabSz="2951535" rtl="0" eaLnBrk="1" latinLnBrk="0" hangingPunct="1">
      <a:defRPr sz="3901" kern="1200">
        <a:solidFill>
          <a:schemeClr val="tx1"/>
        </a:solidFill>
        <a:latin typeface="+mn-lt"/>
        <a:ea typeface="+mn-ea"/>
        <a:cs typeface="+mn-cs"/>
      </a:defRPr>
    </a:lvl5pPr>
    <a:lvl6pPr marL="7378839" algn="l" defTabSz="2951535" rtl="0" eaLnBrk="1" latinLnBrk="0" hangingPunct="1">
      <a:defRPr sz="3901" kern="1200">
        <a:solidFill>
          <a:schemeClr val="tx1"/>
        </a:solidFill>
        <a:latin typeface="+mn-lt"/>
        <a:ea typeface="+mn-ea"/>
        <a:cs typeface="+mn-cs"/>
      </a:defRPr>
    </a:lvl6pPr>
    <a:lvl7pPr marL="8854608" algn="l" defTabSz="2951535" rtl="0" eaLnBrk="1" latinLnBrk="0" hangingPunct="1">
      <a:defRPr sz="3901" kern="1200">
        <a:solidFill>
          <a:schemeClr val="tx1"/>
        </a:solidFill>
        <a:latin typeface="+mn-lt"/>
        <a:ea typeface="+mn-ea"/>
        <a:cs typeface="+mn-cs"/>
      </a:defRPr>
    </a:lvl7pPr>
    <a:lvl8pPr marL="10330375" algn="l" defTabSz="2951535" rtl="0" eaLnBrk="1" latinLnBrk="0" hangingPunct="1">
      <a:defRPr sz="3901" kern="1200">
        <a:solidFill>
          <a:schemeClr val="tx1"/>
        </a:solidFill>
        <a:latin typeface="+mn-lt"/>
        <a:ea typeface="+mn-ea"/>
        <a:cs typeface="+mn-cs"/>
      </a:defRPr>
    </a:lvl8pPr>
    <a:lvl9pPr marL="11806143" algn="l" defTabSz="2951535" rtl="0" eaLnBrk="1" latinLnBrk="0" hangingPunct="1">
      <a:defRPr sz="390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4600" y="1143000"/>
            <a:ext cx="4368800" cy="30861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168" rtl="0" eaLnBrk="1" fontAlgn="auto" latinLnBrk="0" hangingPunct="1">
              <a:lnSpc>
                <a:spcPct val="100000"/>
              </a:lnSpc>
              <a:spcBef>
                <a:spcPts val="0"/>
              </a:spcBef>
              <a:spcAft>
                <a:spcPts val="0"/>
              </a:spcAft>
              <a:buClrTx/>
              <a:buSzTx/>
              <a:buFontTx/>
              <a:buNone/>
              <a:tabLst/>
              <a:defRPr/>
            </a:pPr>
            <a:fld id="{2A57C40A-DF35-4D17-A81B-28B2A8256F56}"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168" rtl="0" eaLnBrk="1" fontAlgn="auto" latinLnBrk="0" hangingPunct="1">
                <a:lnSpc>
                  <a:spcPct val="100000"/>
                </a:lnSpc>
                <a:spcBef>
                  <a:spcPts val="0"/>
                </a:spcBef>
                <a:spcAft>
                  <a:spcPts val="0"/>
                </a:spcAft>
                <a:buClrTx/>
                <a:buSzTx/>
                <a:buFontTx/>
                <a:buNone/>
                <a:tabLst/>
                <a:defRPr/>
              </a:pPr>
              <a:t>1</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1524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38976" y="4143429"/>
            <a:ext cx="6936975"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51495" y="3618299"/>
            <a:ext cx="6931500" cy="462106"/>
          </a:xfrm>
          <a:prstGeom prst="rect">
            <a:avLst/>
          </a:prstGeom>
          <a:noFill/>
        </p:spPr>
        <p:txBody>
          <a:bodyPr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51494" y="9246236"/>
            <a:ext cx="6932595"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7904976" y="4143429"/>
            <a:ext cx="693149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904975" y="3618299"/>
            <a:ext cx="6931500" cy="462106"/>
          </a:xfrm>
          <a:prstGeom prst="rect">
            <a:avLst/>
          </a:prstGeom>
          <a:noFill/>
        </p:spPr>
        <p:txBody>
          <a:bodyPr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5440933" y="4143429"/>
            <a:ext cx="693149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435456" y="3618299"/>
            <a:ext cx="6938070" cy="462106"/>
          </a:xfrm>
          <a:prstGeom prst="rect">
            <a:avLst/>
          </a:prstGeom>
          <a:noFill/>
        </p:spPr>
        <p:txBody>
          <a:bodyPr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3010011" y="3618299"/>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3010011" y="4143429"/>
            <a:ext cx="693021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3010011" y="9285357"/>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3010010" y="9751330"/>
            <a:ext cx="693368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3010011" y="16695068"/>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3010010" y="17171032"/>
            <a:ext cx="693368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38976" y="9712452"/>
            <a:ext cx="6936975"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4092177" y="2198195"/>
            <a:ext cx="22072205" cy="831585"/>
          </a:xfrm>
          <a:prstGeom prst="rect">
            <a:avLst/>
          </a:prstGeom>
        </p:spPr>
        <p:txBody>
          <a:bodyPr>
            <a:normAutofit/>
          </a:bodyPr>
          <a:lstStyle>
            <a:lvl1pPr marL="0" indent="0" algn="ctr">
              <a:buFontTx/>
              <a:buNone/>
              <a:defRPr sz="292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affiliations</a:t>
            </a:r>
          </a:p>
        </p:txBody>
      </p:sp>
      <p:sp>
        <p:nvSpPr>
          <p:cNvPr id="78" name="Text Placeholder 76"/>
          <p:cNvSpPr>
            <a:spLocks noGrp="1"/>
          </p:cNvSpPr>
          <p:nvPr>
            <p:ph type="body" sz="quarter" idx="151" hasCustomPrompt="1"/>
          </p:nvPr>
        </p:nvSpPr>
        <p:spPr>
          <a:xfrm>
            <a:off x="4092177" y="1366610"/>
            <a:ext cx="22072205" cy="831585"/>
          </a:xfrm>
          <a:prstGeom prst="rect">
            <a:avLst/>
          </a:prstGeom>
        </p:spPr>
        <p:txBody>
          <a:bodyPr anchor="t" anchorCtr="1">
            <a:normAutofit/>
          </a:bodyPr>
          <a:lstStyle>
            <a:lvl1pPr marL="0" indent="0" algn="ctr">
              <a:buFontTx/>
              <a:buNone/>
              <a:defRPr sz="4287">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authors</a:t>
            </a:r>
          </a:p>
        </p:txBody>
      </p:sp>
      <p:sp>
        <p:nvSpPr>
          <p:cNvPr id="79" name="Text Placeholder 76"/>
          <p:cNvSpPr>
            <a:spLocks noGrp="1"/>
          </p:cNvSpPr>
          <p:nvPr>
            <p:ph type="body" sz="quarter" idx="153" hasCustomPrompt="1"/>
          </p:nvPr>
        </p:nvSpPr>
        <p:spPr>
          <a:xfrm>
            <a:off x="4092177" y="302590"/>
            <a:ext cx="22072205" cy="1064019"/>
          </a:xfrm>
          <a:prstGeom prst="rect">
            <a:avLst/>
          </a:prstGeom>
        </p:spPr>
        <p:txBody>
          <a:bodyPr anchor="t" anchorCtr="1">
            <a:normAutofit/>
          </a:bodyPr>
          <a:lstStyle>
            <a:lvl1pPr marL="0" indent="0" algn="ctr">
              <a:buFontTx/>
              <a:buNone/>
              <a:defRPr sz="560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88" y="4089430"/>
            <a:ext cx="9374972"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36211" y="3542456"/>
            <a:ext cx="9362452"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36210" y="11848921"/>
            <a:ext cx="9376067"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649828" y="11322806"/>
            <a:ext cx="9362452"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0453096" y="14028056"/>
            <a:ext cx="9361355"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0453096" y="13486239"/>
            <a:ext cx="9361355"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0458572" y="4089430"/>
            <a:ext cx="9361355"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0453097" y="3542456"/>
            <a:ext cx="9366832"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0276556" y="3542456"/>
            <a:ext cx="9364454"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0276556" y="4089430"/>
            <a:ext cx="9364454"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0276556" y="11301949"/>
            <a:ext cx="9364454" cy="462106"/>
          </a:xfrm>
          <a:prstGeom prst="rect">
            <a:avLst/>
          </a:prstGeom>
          <a:noFill/>
        </p:spPr>
        <p:txBody>
          <a:bodyPr wrap="square" lIns="91436" tIns="91436" rIns="91436" bIns="91436" anchor="ctr" anchorCtr="0">
            <a:spAutoFit/>
          </a:bodyPr>
          <a:lstStyle>
            <a:lvl1pPr marL="0" indent="0" algn="ctr">
              <a:buNone/>
              <a:tabLst/>
              <a:defRPr sz="1803"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0273086" y="11794922"/>
            <a:ext cx="9367926"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0276556" y="16803066"/>
            <a:ext cx="9364454"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0276556" y="17296041"/>
            <a:ext cx="9367926"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4092177" y="2198195"/>
            <a:ext cx="22072205" cy="831585"/>
          </a:xfrm>
          <a:prstGeom prst="rect">
            <a:avLst/>
          </a:prstGeom>
        </p:spPr>
        <p:txBody>
          <a:bodyPr>
            <a:normAutofit/>
          </a:bodyPr>
          <a:lstStyle>
            <a:lvl1pPr marL="0" indent="0" algn="ctr">
              <a:buFontTx/>
              <a:buNone/>
              <a:defRPr sz="292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affiliations</a:t>
            </a:r>
          </a:p>
        </p:txBody>
      </p:sp>
      <p:sp>
        <p:nvSpPr>
          <p:cNvPr id="65" name="Text Placeholder 76"/>
          <p:cNvSpPr>
            <a:spLocks noGrp="1"/>
          </p:cNvSpPr>
          <p:nvPr>
            <p:ph type="body" sz="quarter" idx="151" hasCustomPrompt="1"/>
          </p:nvPr>
        </p:nvSpPr>
        <p:spPr>
          <a:xfrm>
            <a:off x="4092177" y="1366610"/>
            <a:ext cx="22072205" cy="831585"/>
          </a:xfrm>
          <a:prstGeom prst="rect">
            <a:avLst/>
          </a:prstGeom>
        </p:spPr>
        <p:txBody>
          <a:bodyPr anchor="t" anchorCtr="1">
            <a:normAutofit/>
          </a:bodyPr>
          <a:lstStyle>
            <a:lvl1pPr marL="0" indent="0" algn="ctr">
              <a:buFontTx/>
              <a:buNone/>
              <a:defRPr sz="4287">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authors</a:t>
            </a:r>
          </a:p>
        </p:txBody>
      </p:sp>
      <p:sp>
        <p:nvSpPr>
          <p:cNvPr id="66" name="Text Placeholder 76"/>
          <p:cNvSpPr>
            <a:spLocks noGrp="1"/>
          </p:cNvSpPr>
          <p:nvPr>
            <p:ph type="body" sz="quarter" idx="153" hasCustomPrompt="1"/>
          </p:nvPr>
        </p:nvSpPr>
        <p:spPr>
          <a:xfrm>
            <a:off x="4092177" y="302590"/>
            <a:ext cx="22072205" cy="1064019"/>
          </a:xfrm>
          <a:prstGeom prst="rect">
            <a:avLst/>
          </a:prstGeom>
        </p:spPr>
        <p:txBody>
          <a:bodyPr anchor="t" anchorCtr="1">
            <a:normAutofit/>
          </a:bodyPr>
          <a:lstStyle>
            <a:lvl1pPr marL="0" indent="0" algn="ctr">
              <a:buFontTx/>
              <a:buNone/>
              <a:defRPr sz="560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0" y="4035430"/>
            <a:ext cx="6936975"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36211" y="3488456"/>
            <a:ext cx="6931500" cy="462106"/>
          </a:xfrm>
          <a:prstGeom prst="rect">
            <a:avLst/>
          </a:prstGeom>
          <a:noFill/>
        </p:spPr>
        <p:txBody>
          <a:bodyPr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22592" y="9772351"/>
            <a:ext cx="6938070"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36210" y="9246236"/>
            <a:ext cx="6932595"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7992578" y="4030274"/>
            <a:ext cx="14292247"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7992579" y="3488456"/>
            <a:ext cx="14292248"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7992579" y="14223879"/>
            <a:ext cx="14292248"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7992578" y="13703907"/>
            <a:ext cx="14292248"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2697536" y="3488456"/>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2697536" y="4035430"/>
            <a:ext cx="6930219"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2697536" y="9285357"/>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2697537" y="9751330"/>
            <a:ext cx="6933689"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2697536" y="16688880"/>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2697537" y="17173194"/>
            <a:ext cx="6933689"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4092177" y="2198195"/>
            <a:ext cx="22072205" cy="831585"/>
          </a:xfrm>
          <a:prstGeom prst="rect">
            <a:avLst/>
          </a:prstGeom>
        </p:spPr>
        <p:txBody>
          <a:bodyPr>
            <a:normAutofit/>
          </a:bodyPr>
          <a:lstStyle>
            <a:lvl1pPr marL="0" indent="0" algn="ctr">
              <a:buFontTx/>
              <a:buNone/>
              <a:defRPr sz="292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affiliations</a:t>
            </a:r>
          </a:p>
        </p:txBody>
      </p:sp>
      <p:sp>
        <p:nvSpPr>
          <p:cNvPr id="65" name="Text Placeholder 76"/>
          <p:cNvSpPr>
            <a:spLocks noGrp="1"/>
          </p:cNvSpPr>
          <p:nvPr>
            <p:ph type="body" sz="quarter" idx="151" hasCustomPrompt="1"/>
          </p:nvPr>
        </p:nvSpPr>
        <p:spPr>
          <a:xfrm>
            <a:off x="4092177" y="1366610"/>
            <a:ext cx="22072205" cy="831585"/>
          </a:xfrm>
          <a:prstGeom prst="rect">
            <a:avLst/>
          </a:prstGeom>
        </p:spPr>
        <p:txBody>
          <a:bodyPr anchor="t" anchorCtr="1">
            <a:normAutofit/>
          </a:bodyPr>
          <a:lstStyle>
            <a:lvl1pPr marL="0" indent="0" algn="ctr">
              <a:buFontTx/>
              <a:buNone/>
              <a:defRPr sz="4287">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authors</a:t>
            </a:r>
          </a:p>
        </p:txBody>
      </p:sp>
      <p:sp>
        <p:nvSpPr>
          <p:cNvPr id="66" name="Text Placeholder 76"/>
          <p:cNvSpPr>
            <a:spLocks noGrp="1"/>
          </p:cNvSpPr>
          <p:nvPr>
            <p:ph type="body" sz="quarter" idx="153" hasCustomPrompt="1"/>
          </p:nvPr>
        </p:nvSpPr>
        <p:spPr>
          <a:xfrm>
            <a:off x="4092177" y="302590"/>
            <a:ext cx="22072205" cy="1064019"/>
          </a:xfrm>
          <a:prstGeom prst="rect">
            <a:avLst/>
          </a:prstGeom>
        </p:spPr>
        <p:txBody>
          <a:bodyPr anchor="t" anchorCtr="1">
            <a:normAutofit/>
          </a:bodyPr>
          <a:lstStyle>
            <a:lvl1pPr marL="0" indent="0" algn="ctr">
              <a:buFontTx/>
              <a:buNone/>
              <a:defRPr sz="560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73050" y="1383915"/>
            <a:ext cx="5361236" cy="954921"/>
          </a:xfrm>
        </p:spPr>
        <p:txBody>
          <a:bodyPr/>
          <a:lstStyle/>
          <a:p>
            <a:r>
              <a:rPr lang="en-US"/>
              <a:t>Click to edit Master title style</a:t>
            </a:r>
          </a:p>
        </p:txBody>
      </p:sp>
      <p:sp>
        <p:nvSpPr>
          <p:cNvPr id="3" name="Subtitle 2"/>
          <p:cNvSpPr>
            <a:spLocks noGrp="1"/>
          </p:cNvSpPr>
          <p:nvPr>
            <p:ph type="subTitle" idx="1"/>
          </p:nvPr>
        </p:nvSpPr>
        <p:spPr>
          <a:xfrm>
            <a:off x="946101" y="2524456"/>
            <a:ext cx="4415135" cy="1138480"/>
          </a:xfrm>
        </p:spPr>
        <p:txBody>
          <a:bodyPr/>
          <a:lstStyle>
            <a:lvl1pPr marL="0" indent="0" algn="ctr">
              <a:buNone/>
              <a:defRPr>
                <a:solidFill>
                  <a:schemeClr val="tx1">
                    <a:tint val="75000"/>
                  </a:schemeClr>
                </a:solidFill>
              </a:defRPr>
            </a:lvl1pPr>
            <a:lvl2pPr marL="296995" indent="0" algn="ctr">
              <a:buNone/>
              <a:defRPr>
                <a:solidFill>
                  <a:schemeClr val="tx1">
                    <a:tint val="75000"/>
                  </a:schemeClr>
                </a:solidFill>
              </a:defRPr>
            </a:lvl2pPr>
            <a:lvl3pPr marL="593990" indent="0" algn="ctr">
              <a:buNone/>
              <a:defRPr>
                <a:solidFill>
                  <a:schemeClr val="tx1">
                    <a:tint val="75000"/>
                  </a:schemeClr>
                </a:solidFill>
              </a:defRPr>
            </a:lvl3pPr>
            <a:lvl4pPr marL="890986" indent="0" algn="ctr">
              <a:buNone/>
              <a:defRPr>
                <a:solidFill>
                  <a:schemeClr val="tx1">
                    <a:tint val="75000"/>
                  </a:schemeClr>
                </a:solidFill>
              </a:defRPr>
            </a:lvl4pPr>
            <a:lvl5pPr marL="1187981" indent="0" algn="ctr">
              <a:buNone/>
              <a:defRPr>
                <a:solidFill>
                  <a:schemeClr val="tx1">
                    <a:tint val="75000"/>
                  </a:schemeClr>
                </a:solidFill>
              </a:defRPr>
            </a:lvl5pPr>
            <a:lvl6pPr marL="1484977" indent="0" algn="ctr">
              <a:buNone/>
              <a:defRPr>
                <a:solidFill>
                  <a:schemeClr val="tx1">
                    <a:tint val="75000"/>
                  </a:schemeClr>
                </a:solidFill>
              </a:defRPr>
            </a:lvl6pPr>
            <a:lvl7pPr marL="1781973" indent="0" algn="ctr">
              <a:buNone/>
              <a:defRPr>
                <a:solidFill>
                  <a:schemeClr val="tx1">
                    <a:tint val="75000"/>
                  </a:schemeClr>
                </a:solidFill>
              </a:defRPr>
            </a:lvl7pPr>
            <a:lvl8pPr marL="2078968" indent="0" algn="ctr">
              <a:buNone/>
              <a:defRPr>
                <a:solidFill>
                  <a:schemeClr val="tx1">
                    <a:tint val="75000"/>
                  </a:schemeClr>
                </a:solidFill>
              </a:defRPr>
            </a:lvl8pPr>
            <a:lvl9pPr marL="237596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2581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04339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98237" y="2862702"/>
            <a:ext cx="5361236" cy="884797"/>
          </a:xfrm>
        </p:spPr>
        <p:txBody>
          <a:bodyPr anchor="t"/>
          <a:lstStyle>
            <a:lvl1pPr algn="l">
              <a:defRPr sz="2598" b="1" cap="all"/>
            </a:lvl1pPr>
          </a:lstStyle>
          <a:p>
            <a:r>
              <a:rPr lang="en-US"/>
              <a:t>Click to edit Master title style</a:t>
            </a:r>
          </a:p>
        </p:txBody>
      </p:sp>
      <p:sp>
        <p:nvSpPr>
          <p:cNvPr id="3" name="Text Placeholder 2"/>
          <p:cNvSpPr>
            <a:spLocks noGrp="1"/>
          </p:cNvSpPr>
          <p:nvPr>
            <p:ph type="body" idx="1"/>
          </p:nvPr>
        </p:nvSpPr>
        <p:spPr>
          <a:xfrm>
            <a:off x="498237" y="1888186"/>
            <a:ext cx="5361236" cy="974514"/>
          </a:xfrm>
        </p:spPr>
        <p:txBody>
          <a:bodyPr anchor="b"/>
          <a:lstStyle>
            <a:lvl1pPr marL="0" indent="0">
              <a:buNone/>
              <a:defRPr sz="1299">
                <a:solidFill>
                  <a:schemeClr val="tx1">
                    <a:tint val="75000"/>
                  </a:schemeClr>
                </a:solidFill>
              </a:defRPr>
            </a:lvl1pPr>
            <a:lvl2pPr marL="296995" indent="0">
              <a:buNone/>
              <a:defRPr sz="1169">
                <a:solidFill>
                  <a:schemeClr val="tx1">
                    <a:tint val="75000"/>
                  </a:schemeClr>
                </a:solidFill>
              </a:defRPr>
            </a:lvl2pPr>
            <a:lvl3pPr marL="593990" indent="0">
              <a:buNone/>
              <a:defRPr sz="1039">
                <a:solidFill>
                  <a:schemeClr val="tx1">
                    <a:tint val="75000"/>
                  </a:schemeClr>
                </a:solidFill>
              </a:defRPr>
            </a:lvl3pPr>
            <a:lvl4pPr marL="890986" indent="0">
              <a:buNone/>
              <a:defRPr sz="909">
                <a:solidFill>
                  <a:schemeClr val="tx1">
                    <a:tint val="75000"/>
                  </a:schemeClr>
                </a:solidFill>
              </a:defRPr>
            </a:lvl4pPr>
            <a:lvl5pPr marL="1187981" indent="0">
              <a:buNone/>
              <a:defRPr sz="909">
                <a:solidFill>
                  <a:schemeClr val="tx1">
                    <a:tint val="75000"/>
                  </a:schemeClr>
                </a:solidFill>
              </a:defRPr>
            </a:lvl5pPr>
            <a:lvl6pPr marL="1484977" indent="0">
              <a:buNone/>
              <a:defRPr sz="909">
                <a:solidFill>
                  <a:schemeClr val="tx1">
                    <a:tint val="75000"/>
                  </a:schemeClr>
                </a:solidFill>
              </a:defRPr>
            </a:lvl6pPr>
            <a:lvl7pPr marL="1781973" indent="0">
              <a:buNone/>
              <a:defRPr sz="909">
                <a:solidFill>
                  <a:schemeClr val="tx1">
                    <a:tint val="75000"/>
                  </a:schemeClr>
                </a:solidFill>
              </a:defRPr>
            </a:lvl7pPr>
            <a:lvl8pPr marL="2078968" indent="0">
              <a:buNone/>
              <a:defRPr sz="909">
                <a:solidFill>
                  <a:schemeClr val="tx1">
                    <a:tint val="75000"/>
                  </a:schemeClr>
                </a:solidFill>
              </a:defRPr>
            </a:lvl8pPr>
            <a:lvl9pPr marL="2375963" indent="0">
              <a:buNone/>
              <a:defRPr sz="90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49558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15367" y="1039484"/>
            <a:ext cx="2785740" cy="2940043"/>
          </a:xfrm>
        </p:spPr>
        <p:txBody>
          <a:bodyPr/>
          <a:lstStyle>
            <a:lvl1pPr>
              <a:defRPr sz="1819"/>
            </a:lvl1pPr>
            <a:lvl2pPr>
              <a:defRPr sz="1559"/>
            </a:lvl2pPr>
            <a:lvl3pPr>
              <a:defRPr sz="1299"/>
            </a:lvl3pPr>
            <a:lvl4pPr>
              <a:defRPr sz="1169"/>
            </a:lvl4pPr>
            <a:lvl5pPr>
              <a:defRPr sz="1169"/>
            </a:lvl5pPr>
            <a:lvl6pPr>
              <a:defRPr sz="1169"/>
            </a:lvl6pPr>
            <a:lvl7pPr>
              <a:defRPr sz="1169"/>
            </a:lvl7pPr>
            <a:lvl8pPr>
              <a:defRPr sz="1169"/>
            </a:lvl8pPr>
            <a:lvl9pPr>
              <a:defRPr sz="116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206229" y="1039484"/>
            <a:ext cx="2785740" cy="2940043"/>
          </a:xfrm>
        </p:spPr>
        <p:txBody>
          <a:bodyPr/>
          <a:lstStyle>
            <a:lvl1pPr>
              <a:defRPr sz="1819"/>
            </a:lvl1pPr>
            <a:lvl2pPr>
              <a:defRPr sz="1559"/>
            </a:lvl2pPr>
            <a:lvl3pPr>
              <a:defRPr sz="1299"/>
            </a:lvl3pPr>
            <a:lvl4pPr>
              <a:defRPr sz="1169"/>
            </a:lvl4pPr>
            <a:lvl5pPr>
              <a:defRPr sz="1169"/>
            </a:lvl5pPr>
            <a:lvl6pPr>
              <a:defRPr sz="1169"/>
            </a:lvl6pPr>
            <a:lvl7pPr>
              <a:defRPr sz="1169"/>
            </a:lvl7pPr>
            <a:lvl8pPr>
              <a:defRPr sz="1169"/>
            </a:lvl8pPr>
            <a:lvl9pPr>
              <a:defRPr sz="116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1707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15369" y="997202"/>
            <a:ext cx="2786835" cy="415586"/>
          </a:xfrm>
        </p:spPr>
        <p:txBody>
          <a:bodyPr anchor="b"/>
          <a:lstStyle>
            <a:lvl1pPr marL="0" indent="0">
              <a:buNone/>
              <a:defRPr sz="1559" b="1"/>
            </a:lvl1pPr>
            <a:lvl2pPr marL="296995" indent="0">
              <a:buNone/>
              <a:defRPr sz="1299" b="1"/>
            </a:lvl2pPr>
            <a:lvl3pPr marL="593990" indent="0">
              <a:buNone/>
              <a:defRPr sz="1169" b="1"/>
            </a:lvl3pPr>
            <a:lvl4pPr marL="890986" indent="0">
              <a:buNone/>
              <a:defRPr sz="1039" b="1"/>
            </a:lvl4pPr>
            <a:lvl5pPr marL="1187981" indent="0">
              <a:buNone/>
              <a:defRPr sz="1039" b="1"/>
            </a:lvl5pPr>
            <a:lvl6pPr marL="1484977" indent="0">
              <a:buNone/>
              <a:defRPr sz="1039" b="1"/>
            </a:lvl6pPr>
            <a:lvl7pPr marL="1781973" indent="0">
              <a:buNone/>
              <a:defRPr sz="1039" b="1"/>
            </a:lvl7pPr>
            <a:lvl8pPr marL="2078968" indent="0">
              <a:buNone/>
              <a:defRPr sz="1039" b="1"/>
            </a:lvl8pPr>
            <a:lvl9pPr marL="2375963" indent="0">
              <a:buNone/>
              <a:defRPr sz="1039" b="1"/>
            </a:lvl9pPr>
          </a:lstStyle>
          <a:p>
            <a:pPr lvl="0"/>
            <a:r>
              <a:rPr lang="en-US"/>
              <a:t>Click to edit Master text styles</a:t>
            </a:r>
          </a:p>
        </p:txBody>
      </p:sp>
      <p:sp>
        <p:nvSpPr>
          <p:cNvPr id="4" name="Content Placeholder 3"/>
          <p:cNvSpPr>
            <a:spLocks noGrp="1"/>
          </p:cNvSpPr>
          <p:nvPr>
            <p:ph sz="half" idx="2"/>
          </p:nvPr>
        </p:nvSpPr>
        <p:spPr>
          <a:xfrm>
            <a:off x="315369" y="1412790"/>
            <a:ext cx="2786835" cy="2566737"/>
          </a:xfrm>
        </p:spPr>
        <p:txBody>
          <a:bodyPr/>
          <a:lstStyle>
            <a:lvl1pPr>
              <a:defRPr sz="1559"/>
            </a:lvl1pPr>
            <a:lvl2pPr>
              <a:defRPr sz="1299"/>
            </a:lvl2pPr>
            <a:lvl3pPr>
              <a:defRPr sz="1169"/>
            </a:lvl3pPr>
            <a:lvl4pPr>
              <a:defRPr sz="1039"/>
            </a:lvl4pPr>
            <a:lvl5pPr>
              <a:defRPr sz="1039"/>
            </a:lvl5pPr>
            <a:lvl6pPr>
              <a:defRPr sz="1039"/>
            </a:lvl6pPr>
            <a:lvl7pPr>
              <a:defRPr sz="1039"/>
            </a:lvl7pPr>
            <a:lvl8pPr>
              <a:defRPr sz="1039"/>
            </a:lvl8pPr>
            <a:lvl9pPr>
              <a:defRPr sz="10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204040" y="997202"/>
            <a:ext cx="2787930" cy="415586"/>
          </a:xfrm>
        </p:spPr>
        <p:txBody>
          <a:bodyPr anchor="b"/>
          <a:lstStyle>
            <a:lvl1pPr marL="0" indent="0">
              <a:buNone/>
              <a:defRPr sz="1559" b="1"/>
            </a:lvl1pPr>
            <a:lvl2pPr marL="296995" indent="0">
              <a:buNone/>
              <a:defRPr sz="1299" b="1"/>
            </a:lvl2pPr>
            <a:lvl3pPr marL="593990" indent="0">
              <a:buNone/>
              <a:defRPr sz="1169" b="1"/>
            </a:lvl3pPr>
            <a:lvl4pPr marL="890986" indent="0">
              <a:buNone/>
              <a:defRPr sz="1039" b="1"/>
            </a:lvl4pPr>
            <a:lvl5pPr marL="1187981" indent="0">
              <a:buNone/>
              <a:defRPr sz="1039" b="1"/>
            </a:lvl5pPr>
            <a:lvl6pPr marL="1484977" indent="0">
              <a:buNone/>
              <a:defRPr sz="1039" b="1"/>
            </a:lvl6pPr>
            <a:lvl7pPr marL="1781973" indent="0">
              <a:buNone/>
              <a:defRPr sz="1039" b="1"/>
            </a:lvl7pPr>
            <a:lvl8pPr marL="2078968" indent="0">
              <a:buNone/>
              <a:defRPr sz="1039" b="1"/>
            </a:lvl8pPr>
            <a:lvl9pPr marL="2375963" indent="0">
              <a:buNone/>
              <a:defRPr sz="1039" b="1"/>
            </a:lvl9pPr>
          </a:lstStyle>
          <a:p>
            <a:pPr lvl="0"/>
            <a:r>
              <a:rPr lang="en-US"/>
              <a:t>Click to edit Master text styles</a:t>
            </a:r>
          </a:p>
        </p:txBody>
      </p:sp>
      <p:sp>
        <p:nvSpPr>
          <p:cNvPr id="6" name="Content Placeholder 5"/>
          <p:cNvSpPr>
            <a:spLocks noGrp="1"/>
          </p:cNvSpPr>
          <p:nvPr>
            <p:ph sz="quarter" idx="4"/>
          </p:nvPr>
        </p:nvSpPr>
        <p:spPr>
          <a:xfrm>
            <a:off x="3204040" y="1412790"/>
            <a:ext cx="2787930" cy="2566737"/>
          </a:xfrm>
        </p:spPr>
        <p:txBody>
          <a:bodyPr/>
          <a:lstStyle>
            <a:lvl1pPr>
              <a:defRPr sz="1559"/>
            </a:lvl1pPr>
            <a:lvl2pPr>
              <a:defRPr sz="1299"/>
            </a:lvl2pPr>
            <a:lvl3pPr>
              <a:defRPr sz="1169"/>
            </a:lvl3pPr>
            <a:lvl4pPr>
              <a:defRPr sz="1039"/>
            </a:lvl4pPr>
            <a:lvl5pPr>
              <a:defRPr sz="1039"/>
            </a:lvl5pPr>
            <a:lvl6pPr>
              <a:defRPr sz="1039"/>
            </a:lvl6pPr>
            <a:lvl7pPr>
              <a:defRPr sz="1039"/>
            </a:lvl7pPr>
            <a:lvl8pPr>
              <a:defRPr sz="1039"/>
            </a:lvl8pPr>
            <a:lvl9pPr>
              <a:defRPr sz="10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70650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5990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360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5367" y="177372"/>
            <a:ext cx="2075070" cy="754862"/>
          </a:xfrm>
        </p:spPr>
        <p:txBody>
          <a:bodyPr anchor="b"/>
          <a:lstStyle>
            <a:lvl1pPr algn="l">
              <a:defRPr sz="1299" b="1"/>
            </a:lvl1pPr>
          </a:lstStyle>
          <a:p>
            <a:r>
              <a:rPr lang="en-US"/>
              <a:t>Click to edit Master title style</a:t>
            </a:r>
          </a:p>
        </p:txBody>
      </p:sp>
      <p:sp>
        <p:nvSpPr>
          <p:cNvPr id="3" name="Content Placeholder 2"/>
          <p:cNvSpPr>
            <a:spLocks noGrp="1"/>
          </p:cNvSpPr>
          <p:nvPr>
            <p:ph idx="1"/>
          </p:nvPr>
        </p:nvSpPr>
        <p:spPr>
          <a:xfrm>
            <a:off x="2465993" y="177372"/>
            <a:ext cx="3525976" cy="3802152"/>
          </a:xfrm>
        </p:spPr>
        <p:txBody>
          <a:bodyPr/>
          <a:lstStyle>
            <a:lvl1pPr>
              <a:defRPr sz="2079"/>
            </a:lvl1pPr>
            <a:lvl2pPr>
              <a:defRPr sz="1819"/>
            </a:lvl2pPr>
            <a:lvl3pPr>
              <a:defRPr sz="1559"/>
            </a:lvl3pPr>
            <a:lvl4pPr>
              <a:defRPr sz="1299"/>
            </a:lvl4pPr>
            <a:lvl5pPr>
              <a:defRPr sz="1299"/>
            </a:lvl5pPr>
            <a:lvl6pPr>
              <a:defRPr sz="1299"/>
            </a:lvl6pPr>
            <a:lvl7pPr>
              <a:defRPr sz="1299"/>
            </a:lvl7pPr>
            <a:lvl8pPr>
              <a:defRPr sz="1299"/>
            </a:lvl8pPr>
            <a:lvl9pPr>
              <a:defRPr sz="12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15367" y="932234"/>
            <a:ext cx="2075070" cy="3047291"/>
          </a:xfrm>
        </p:spPr>
        <p:txBody>
          <a:bodyPr/>
          <a:lstStyle>
            <a:lvl1pPr marL="0" indent="0">
              <a:buNone/>
              <a:defRPr sz="909"/>
            </a:lvl1pPr>
            <a:lvl2pPr marL="296995" indent="0">
              <a:buNone/>
              <a:defRPr sz="780"/>
            </a:lvl2pPr>
            <a:lvl3pPr marL="593990" indent="0">
              <a:buNone/>
              <a:defRPr sz="650"/>
            </a:lvl3pPr>
            <a:lvl4pPr marL="890986" indent="0">
              <a:buNone/>
              <a:defRPr sz="585"/>
            </a:lvl4pPr>
            <a:lvl5pPr marL="1187981" indent="0">
              <a:buNone/>
              <a:defRPr sz="585"/>
            </a:lvl5pPr>
            <a:lvl6pPr marL="1484977" indent="0">
              <a:buNone/>
              <a:defRPr sz="585"/>
            </a:lvl6pPr>
            <a:lvl7pPr marL="1781973" indent="0">
              <a:buNone/>
              <a:defRPr sz="585"/>
            </a:lvl7pPr>
            <a:lvl8pPr marL="2078968" indent="0">
              <a:buNone/>
              <a:defRPr sz="585"/>
            </a:lvl8pPr>
            <a:lvl9pPr marL="2375963" indent="0">
              <a:buNone/>
              <a:defRPr sz="58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07841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36283" y="3118445"/>
            <a:ext cx="3784402" cy="368150"/>
          </a:xfrm>
        </p:spPr>
        <p:txBody>
          <a:bodyPr anchor="b"/>
          <a:lstStyle>
            <a:lvl1pPr algn="l">
              <a:defRPr sz="1299" b="1"/>
            </a:lvl1pPr>
          </a:lstStyle>
          <a:p>
            <a:r>
              <a:rPr lang="en-US"/>
              <a:t>Click to edit Master title style</a:t>
            </a:r>
          </a:p>
        </p:txBody>
      </p:sp>
      <p:sp>
        <p:nvSpPr>
          <p:cNvPr id="3" name="Picture Placeholder 2"/>
          <p:cNvSpPr>
            <a:spLocks noGrp="1"/>
          </p:cNvSpPr>
          <p:nvPr>
            <p:ph type="pic" idx="1"/>
          </p:nvPr>
        </p:nvSpPr>
        <p:spPr>
          <a:xfrm>
            <a:off x="1236283" y="398056"/>
            <a:ext cx="3784402" cy="2672953"/>
          </a:xfrm>
        </p:spPr>
        <p:txBody>
          <a:bodyPr/>
          <a:lstStyle>
            <a:lvl1pPr marL="0" indent="0">
              <a:buNone/>
              <a:defRPr sz="2079"/>
            </a:lvl1pPr>
            <a:lvl2pPr marL="296995" indent="0">
              <a:buNone/>
              <a:defRPr sz="1819"/>
            </a:lvl2pPr>
            <a:lvl3pPr marL="593990" indent="0">
              <a:buNone/>
              <a:defRPr sz="1559"/>
            </a:lvl3pPr>
            <a:lvl4pPr marL="890986" indent="0">
              <a:buNone/>
              <a:defRPr sz="1299"/>
            </a:lvl4pPr>
            <a:lvl5pPr marL="1187981" indent="0">
              <a:buNone/>
              <a:defRPr sz="1299"/>
            </a:lvl5pPr>
            <a:lvl6pPr marL="1484977" indent="0">
              <a:buNone/>
              <a:defRPr sz="1299"/>
            </a:lvl6pPr>
            <a:lvl7pPr marL="1781973" indent="0">
              <a:buNone/>
              <a:defRPr sz="1299"/>
            </a:lvl7pPr>
            <a:lvl8pPr marL="2078968" indent="0">
              <a:buNone/>
              <a:defRPr sz="1299"/>
            </a:lvl8pPr>
            <a:lvl9pPr marL="2375963" indent="0">
              <a:buNone/>
              <a:defRPr sz="1299"/>
            </a:lvl9pPr>
          </a:lstStyle>
          <a:p>
            <a:endParaRPr lang="en-US"/>
          </a:p>
        </p:txBody>
      </p:sp>
      <p:sp>
        <p:nvSpPr>
          <p:cNvPr id="4" name="Text Placeholder 3"/>
          <p:cNvSpPr>
            <a:spLocks noGrp="1"/>
          </p:cNvSpPr>
          <p:nvPr>
            <p:ph type="body" sz="half" idx="2"/>
          </p:nvPr>
        </p:nvSpPr>
        <p:spPr>
          <a:xfrm>
            <a:off x="1236283" y="3486596"/>
            <a:ext cx="3784402" cy="522834"/>
          </a:xfrm>
        </p:spPr>
        <p:txBody>
          <a:bodyPr/>
          <a:lstStyle>
            <a:lvl1pPr marL="0" indent="0">
              <a:buNone/>
              <a:defRPr sz="909"/>
            </a:lvl1pPr>
            <a:lvl2pPr marL="296995" indent="0">
              <a:buNone/>
              <a:defRPr sz="780"/>
            </a:lvl2pPr>
            <a:lvl3pPr marL="593990" indent="0">
              <a:buNone/>
              <a:defRPr sz="650"/>
            </a:lvl3pPr>
            <a:lvl4pPr marL="890986" indent="0">
              <a:buNone/>
              <a:defRPr sz="585"/>
            </a:lvl4pPr>
            <a:lvl5pPr marL="1187981" indent="0">
              <a:buNone/>
              <a:defRPr sz="585"/>
            </a:lvl5pPr>
            <a:lvl6pPr marL="1484977" indent="0">
              <a:buNone/>
              <a:defRPr sz="585"/>
            </a:lvl6pPr>
            <a:lvl7pPr marL="1781973" indent="0">
              <a:buNone/>
              <a:defRPr sz="585"/>
            </a:lvl7pPr>
            <a:lvl8pPr marL="2078968" indent="0">
              <a:buNone/>
              <a:defRPr sz="585"/>
            </a:lvl8pPr>
            <a:lvl9pPr marL="2375963" indent="0">
              <a:buNone/>
              <a:defRPr sz="58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4807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2254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572820" y="178406"/>
            <a:ext cx="1419151" cy="38011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15367" y="178406"/>
            <a:ext cx="4152330" cy="38011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5521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2.xml"/><Relationship Id="rId16"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1" y="0"/>
            <a:ext cx="30275213" cy="3118445"/>
          </a:xfrm>
          <a:prstGeom prst="rect">
            <a:avLst/>
          </a:prstGeom>
          <a:solidFill>
            <a:schemeClr val="accent5">
              <a:lumMod val="75000"/>
            </a:schemeClr>
          </a:solidFill>
          <a:ln w="9525">
            <a:solidFill>
              <a:schemeClr val="tx1"/>
            </a:solidFill>
            <a:miter lim="800000"/>
            <a:headEnd/>
            <a:tailEnd/>
          </a:ln>
          <a:effectLst/>
        </p:spPr>
        <p:txBody>
          <a:bodyPr wrap="none" lIns="44547" tIns="22273" rIns="44547" bIns="22273" anchor="ctr"/>
          <a:lstStyle/>
          <a:p>
            <a:pPr>
              <a:defRPr/>
            </a:pPr>
            <a:endParaRPr lang="en-US" sz="2818" dirty="0"/>
          </a:p>
        </p:txBody>
      </p:sp>
      <p:sp>
        <p:nvSpPr>
          <p:cNvPr id="9" name="Rectangle 9"/>
          <p:cNvSpPr>
            <a:spLocks noChangeArrowheads="1"/>
          </p:cNvSpPr>
          <p:nvPr/>
        </p:nvSpPr>
        <p:spPr bwMode="auto">
          <a:xfrm>
            <a:off x="1" y="3118446"/>
            <a:ext cx="30275213" cy="2969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44547" tIns="22273" rIns="44547" bIns="22273" anchor="ctr"/>
          <a:lstStyle/>
          <a:p>
            <a:pPr>
              <a:defRPr/>
            </a:pPr>
            <a:endParaRPr lang="en-US" sz="2818" dirty="0"/>
          </a:p>
        </p:txBody>
      </p:sp>
      <p:sp>
        <p:nvSpPr>
          <p:cNvPr id="10" name="Text Box 14"/>
          <p:cNvSpPr txBox="1">
            <a:spLocks noChangeArrowheads="1"/>
          </p:cNvSpPr>
          <p:nvPr/>
        </p:nvSpPr>
        <p:spPr bwMode="auto">
          <a:xfrm>
            <a:off x="1081094" y="20992133"/>
            <a:ext cx="1734518" cy="166396"/>
          </a:xfrm>
          <a:prstGeom prst="rect">
            <a:avLst/>
          </a:prstGeom>
          <a:noFill/>
          <a:ln w="9525">
            <a:noFill/>
            <a:miter lim="800000"/>
            <a:headEnd/>
            <a:tailEnd/>
          </a:ln>
          <a:effectLst/>
        </p:spPr>
        <p:txBody>
          <a:bodyPr lIns="44463" tIns="22227" rIns="44463" bIns="22227">
            <a:spAutoFit/>
          </a:bodyPr>
          <a:lstStyle/>
          <a:p>
            <a:pPr eaLnBrk="0" hangingPunct="0">
              <a:lnSpc>
                <a:spcPct val="65000"/>
              </a:lnSpc>
              <a:spcBef>
                <a:spcPct val="50000"/>
              </a:spcBef>
              <a:defRPr/>
            </a:pPr>
            <a:r>
              <a:rPr lang="en-US" sz="244"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536" b="1" dirty="0">
                <a:solidFill>
                  <a:schemeClr val="bg1">
                    <a:lumMod val="75000"/>
                  </a:schemeClr>
                </a:solidFill>
                <a:latin typeface="Arial" charset="0"/>
              </a:rPr>
              <a:t>www.PosterPresentations.com</a:t>
            </a:r>
          </a:p>
        </p:txBody>
      </p:sp>
      <p:sp>
        <p:nvSpPr>
          <p:cNvPr id="2" name="Rounded Rectangle 1"/>
          <p:cNvSpPr/>
          <p:nvPr userDrawn="1"/>
        </p:nvSpPr>
        <p:spPr>
          <a:xfrm>
            <a:off x="329593" y="3556626"/>
            <a:ext cx="6938070" cy="17368008"/>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3" name="Rounded Rectangle 22"/>
          <p:cNvSpPr/>
          <p:nvPr userDrawn="1"/>
        </p:nvSpPr>
        <p:spPr>
          <a:xfrm>
            <a:off x="7890737" y="3556626"/>
            <a:ext cx="6938070" cy="17368008"/>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4" name="Rounded Rectangle 23"/>
          <p:cNvSpPr/>
          <p:nvPr userDrawn="1"/>
        </p:nvSpPr>
        <p:spPr>
          <a:xfrm>
            <a:off x="15451882" y="3556626"/>
            <a:ext cx="6938070" cy="17368008"/>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6" name="Rounded Rectangle 25"/>
          <p:cNvSpPr/>
          <p:nvPr userDrawn="1"/>
        </p:nvSpPr>
        <p:spPr>
          <a:xfrm>
            <a:off x="23013025" y="3556626"/>
            <a:ext cx="6938070" cy="17368008"/>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grpSp>
        <p:nvGrpSpPr>
          <p:cNvPr id="30" name="Group 29"/>
          <p:cNvGrpSpPr/>
          <p:nvPr userDrawn="1"/>
        </p:nvGrpSpPr>
        <p:grpSpPr>
          <a:xfrm>
            <a:off x="-7742895" y="-1"/>
            <a:ext cx="7600578" cy="21383626"/>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739736" rtl="0" eaLnBrk="1" fontAlgn="auto" latinLnBrk="0" hangingPunct="1">
                <a:lnSpc>
                  <a:spcPct val="100000"/>
                </a:lnSpc>
                <a:spcBef>
                  <a:spcPts val="0"/>
                </a:spcBef>
                <a:spcAft>
                  <a:spcPts val="0"/>
                </a:spcAft>
                <a:buClrTx/>
                <a:buSzTx/>
                <a:buFontTx/>
                <a:buNone/>
                <a:tabLst/>
                <a:defRPr/>
              </a:pPr>
              <a:r>
                <a:rPr lang="en-US" sz="1559" b="1" spc="0" dirty="0">
                  <a:solidFill>
                    <a:srgbClr val="FF0000"/>
                  </a:solidFill>
                  <a:latin typeface="Trebuchet MS" pitchFamily="34" charset="0"/>
                </a:rPr>
                <a:t>(—THIS SIDEBAR DOES NOT PRINT—)</a:t>
              </a:r>
              <a:endParaRPr lang="en-US" sz="1559" b="1" spc="292" dirty="0">
                <a:solidFill>
                  <a:schemeClr val="bg1"/>
                </a:solidFill>
                <a:latin typeface="Trebuchet MS" pitchFamily="34" charset="0"/>
              </a:endParaRPr>
            </a:p>
            <a:p>
              <a:pPr algn="ctr"/>
              <a:r>
                <a:rPr lang="en-US" sz="1949" b="1" spc="292" dirty="0">
                  <a:solidFill>
                    <a:schemeClr val="bg1"/>
                  </a:solidFill>
                  <a:latin typeface="Trebuchet MS" pitchFamily="34" charset="0"/>
                </a:rPr>
                <a:t>DESIGN</a:t>
              </a:r>
              <a:r>
                <a:rPr lang="en-US" sz="1949" b="1" spc="292" baseline="0" dirty="0">
                  <a:solidFill>
                    <a:schemeClr val="bg1"/>
                  </a:solidFill>
                  <a:latin typeface="Trebuchet MS" pitchFamily="34" charset="0"/>
                </a:rPr>
                <a:t> </a:t>
              </a:r>
              <a:r>
                <a:rPr lang="en-US" sz="1949" b="1" spc="292" dirty="0">
                  <a:solidFill>
                    <a:schemeClr val="bg1"/>
                  </a:solidFill>
                  <a:latin typeface="Trebuchet MS" pitchFamily="34" charset="0"/>
                </a:rPr>
                <a:t>GUIDE</a:t>
              </a:r>
            </a:p>
            <a:p>
              <a:pPr algn="ctr"/>
              <a:endParaRPr lang="en-US" sz="1364" b="1" dirty="0">
                <a:latin typeface="Trebuchet MS" pitchFamily="34" charset="0"/>
              </a:endParaRPr>
            </a:p>
            <a:p>
              <a:pPr defTabSz="1834619"/>
              <a:r>
                <a:rPr lang="en-US" sz="1364" i="0" dirty="0">
                  <a:latin typeface="Trebuchet MS" pitchFamily="34" charset="0"/>
                </a:rPr>
                <a:t>This PowerPoint</a:t>
              </a:r>
              <a:r>
                <a:rPr lang="en-US" sz="1364" i="0" baseline="0" dirty="0">
                  <a:latin typeface="Trebuchet MS" pitchFamily="34" charset="0"/>
                </a:rPr>
                <a:t> </a:t>
              </a:r>
              <a:r>
                <a:rPr lang="en-US" sz="1364" i="0" dirty="0">
                  <a:latin typeface="Trebuchet MS" pitchFamily="34" charset="0"/>
                </a:rPr>
                <a:t>2007 template produces</a:t>
              </a:r>
              <a:r>
                <a:rPr lang="en-US" sz="1364" i="0" baseline="0" dirty="0">
                  <a:latin typeface="Trebuchet MS" pitchFamily="34" charset="0"/>
                </a:rPr>
                <a:t> </a:t>
              </a:r>
              <a:r>
                <a:rPr lang="en-US" sz="1364" i="0" dirty="0">
                  <a:latin typeface="Trebuchet MS" pitchFamily="34" charset="0"/>
                </a:rPr>
                <a:t>a 36”x48” presentation poster. </a:t>
              </a:r>
              <a:r>
                <a:rPr lang="en-US" sz="1364" dirty="0">
                  <a:latin typeface="Trebuchet MS" pitchFamily="34" charset="0"/>
                </a:rPr>
                <a:t>You</a:t>
              </a:r>
              <a:r>
                <a:rPr lang="en-US" sz="1364" baseline="0" dirty="0">
                  <a:latin typeface="Trebuchet MS" pitchFamily="34" charset="0"/>
                </a:rPr>
                <a:t> can u</a:t>
              </a:r>
              <a:r>
                <a:rPr lang="en-US" sz="1364" dirty="0">
                  <a:latin typeface="Trebuchet MS" pitchFamily="34" charset="0"/>
                </a:rPr>
                <a:t>se</a:t>
              </a:r>
              <a:r>
                <a:rPr lang="en-US" sz="1364" baseline="0" dirty="0">
                  <a:latin typeface="Trebuchet MS" pitchFamily="34" charset="0"/>
                </a:rPr>
                <a:t> it to create your research poster and </a:t>
              </a:r>
              <a:r>
                <a:rPr lang="en-US" sz="1364" dirty="0">
                  <a:latin typeface="Trebuchet MS" pitchFamily="34" charset="0"/>
                </a:rPr>
                <a:t>save valuable time placing titles, subtitles,</a:t>
              </a:r>
              <a:r>
                <a:rPr lang="en-US" sz="1364" baseline="0" dirty="0">
                  <a:latin typeface="Trebuchet MS" pitchFamily="34" charset="0"/>
                </a:rPr>
                <a:t> text, and graphics</a:t>
              </a:r>
              <a:r>
                <a:rPr lang="en-US" sz="1364" dirty="0">
                  <a:latin typeface="Trebuchet MS" pitchFamily="34" charset="0"/>
                </a:rPr>
                <a:t>. </a:t>
              </a:r>
            </a:p>
            <a:p>
              <a:pPr defTabSz="1834619"/>
              <a:endParaRPr lang="en-US" sz="1364" dirty="0">
                <a:latin typeface="Trebuchet MS" pitchFamily="34" charset="0"/>
              </a:endParaRPr>
            </a:p>
            <a:p>
              <a:pPr defTabSz="2138427"/>
              <a:r>
                <a:rPr lang="en-US" sz="1364" dirty="0">
                  <a:latin typeface="Trebuchet MS" pitchFamily="34" charset="0"/>
                </a:rPr>
                <a:t>We provide a series of online tutorials that will guide you through the poster design process and answer your poster production questions. To view our template tutorials, go online to </a:t>
              </a:r>
              <a:r>
                <a:rPr lang="en-US" sz="1364" b="1" dirty="0">
                  <a:solidFill>
                    <a:srgbClr val="FFC000"/>
                  </a:solidFill>
                  <a:latin typeface="Trebuchet MS" pitchFamily="34" charset="0"/>
                </a:rPr>
                <a:t>PosterPresentations.com</a:t>
              </a:r>
              <a:r>
                <a:rPr lang="en-US" sz="1364" b="1" dirty="0">
                  <a:solidFill>
                    <a:schemeClr val="bg1"/>
                  </a:solidFill>
                  <a:latin typeface="Trebuchet MS" pitchFamily="34" charset="0"/>
                </a:rPr>
                <a:t> </a:t>
              </a:r>
              <a:r>
                <a:rPr lang="en-US" sz="1364" dirty="0">
                  <a:solidFill>
                    <a:schemeClr val="bg1"/>
                  </a:solidFill>
                  <a:latin typeface="Trebuchet MS" pitchFamily="34" charset="0"/>
                </a:rPr>
                <a:t>and click on HELP DESK.</a:t>
              </a:r>
            </a:p>
            <a:p>
              <a:pPr defTabSz="2138427"/>
              <a:endParaRPr lang="en-US" sz="1364" dirty="0">
                <a:latin typeface="Trebuchet MS" pitchFamily="34" charset="0"/>
              </a:endParaRPr>
            </a:p>
            <a:p>
              <a:pPr defTabSz="2138427"/>
              <a:r>
                <a:rPr lang="en-US" sz="1364" dirty="0">
                  <a:solidFill>
                    <a:schemeClr val="bg1"/>
                  </a:solidFill>
                  <a:latin typeface="Trebuchet MS" pitchFamily="34" charset="0"/>
                </a:rPr>
                <a:t>When</a:t>
              </a:r>
              <a:r>
                <a:rPr lang="en-US" sz="1364" baseline="0" dirty="0">
                  <a:solidFill>
                    <a:schemeClr val="bg1"/>
                  </a:solidFill>
                  <a:latin typeface="Trebuchet MS" pitchFamily="34" charset="0"/>
                </a:rPr>
                <a:t> you are ready to print your poster</a:t>
              </a:r>
              <a:r>
                <a:rPr lang="en-US" sz="1364" dirty="0">
                  <a:solidFill>
                    <a:schemeClr val="bg1"/>
                  </a:solidFill>
                  <a:latin typeface="Trebuchet MS" pitchFamily="34" charset="0"/>
                </a:rPr>
                <a:t>,</a:t>
              </a:r>
              <a:r>
                <a:rPr lang="en-US" sz="1364" baseline="0" dirty="0">
                  <a:solidFill>
                    <a:schemeClr val="bg1"/>
                  </a:solidFill>
                  <a:latin typeface="Trebuchet MS" pitchFamily="34" charset="0"/>
                </a:rPr>
                <a:t> go online to </a:t>
              </a:r>
              <a:r>
                <a:rPr lang="en-US" sz="1364" b="0" dirty="0">
                  <a:solidFill>
                    <a:schemeClr val="bg1"/>
                  </a:solidFill>
                  <a:latin typeface="Trebuchet MS" pitchFamily="34" charset="0"/>
                </a:rPr>
                <a:t>PosterPresentations.com</a:t>
              </a:r>
              <a:br>
                <a:rPr lang="en-US" sz="1364" dirty="0">
                  <a:solidFill>
                    <a:schemeClr val="bg1"/>
                  </a:solidFill>
                  <a:latin typeface="Trebuchet MS" pitchFamily="34" charset="0"/>
                </a:rPr>
              </a:br>
              <a:endParaRPr lang="en-US" sz="1364" dirty="0">
                <a:solidFill>
                  <a:schemeClr val="bg1"/>
                </a:solidFill>
                <a:latin typeface="Trebuchet MS" pitchFamily="34" charset="0"/>
              </a:endParaRPr>
            </a:p>
            <a:p>
              <a:pPr algn="l" defTabSz="1834619"/>
              <a:r>
                <a:rPr lang="en-US" sz="1364" b="0" dirty="0">
                  <a:solidFill>
                    <a:schemeClr val="bg1"/>
                  </a:solidFill>
                  <a:latin typeface="Trebuchet MS" pitchFamily="34" charset="0"/>
                </a:rPr>
                <a:t>Need</a:t>
              </a:r>
              <a:r>
                <a:rPr lang="en-US" sz="1364" b="0" baseline="0" dirty="0">
                  <a:solidFill>
                    <a:schemeClr val="bg1"/>
                  </a:solidFill>
                  <a:latin typeface="Trebuchet MS" pitchFamily="34" charset="0"/>
                </a:rPr>
                <a:t> assistance? Call us at </a:t>
              </a:r>
              <a:r>
                <a:rPr lang="en-US" sz="1364" b="0" dirty="0">
                  <a:solidFill>
                    <a:srgbClr val="FFC000"/>
                  </a:solidFill>
                  <a:latin typeface="Trebuchet MS" pitchFamily="34" charset="0"/>
                </a:rPr>
                <a:t>1.510.649.3001</a:t>
              </a:r>
            </a:p>
            <a:p>
              <a:pPr algn="l" defTabSz="1834619"/>
              <a:endParaRPr lang="en-US" sz="1754" b="1" dirty="0">
                <a:solidFill>
                  <a:srgbClr val="FFFF00"/>
                </a:solidFill>
                <a:latin typeface="Trebuchet MS" pitchFamily="34" charset="0"/>
              </a:endParaRPr>
            </a:p>
            <a:p>
              <a:pPr algn="ctr"/>
              <a:endParaRPr lang="en-US" sz="1169" b="1" dirty="0">
                <a:solidFill>
                  <a:schemeClr val="bg1"/>
                </a:solidFill>
                <a:latin typeface="Trebuchet MS" pitchFamily="34" charset="0"/>
              </a:endParaRPr>
            </a:p>
            <a:p>
              <a:pPr algn="ctr"/>
              <a:r>
                <a:rPr lang="en-US" sz="1949" b="1" spc="292" dirty="0">
                  <a:solidFill>
                    <a:schemeClr val="bg1"/>
                  </a:solidFill>
                  <a:latin typeface="Trebuchet MS" pitchFamily="34" charset="0"/>
                </a:rPr>
                <a:t>QUICK START</a:t>
              </a:r>
            </a:p>
            <a:p>
              <a:pPr algn="ctr"/>
              <a:endParaRPr lang="en-US" sz="1559"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Zoom in and out</a:t>
              </a:r>
            </a:p>
            <a:p>
              <a:pPr marL="921929" indent="-921929" algn="l" defTabSz="414558"/>
              <a:r>
                <a:rPr lang="en-US" sz="1169" b="0" baseline="0" dirty="0">
                  <a:solidFill>
                    <a:schemeClr val="bg1"/>
                  </a:solidFill>
                  <a:latin typeface="Trebuchet MS" pitchFamily="34" charset="0"/>
                </a:rPr>
                <a:t>	</a:t>
              </a:r>
              <a:r>
                <a:rPr lang="en-US" sz="1169" b="0" baseline="0" dirty="0">
                  <a:solidFill>
                    <a:schemeClr val="bg1">
                      <a:lumMod val="75000"/>
                    </a:schemeClr>
                  </a:solidFill>
                  <a:latin typeface="Trebuchet MS" pitchFamily="34" charset="0"/>
                </a:rPr>
                <a:t>As you work on your poster zoom in and out to the level that is more comfortable to you. </a:t>
              </a:r>
            </a:p>
            <a:p>
              <a:pPr marL="921929" indent="-921929" algn="l" defTabSz="414558"/>
              <a:r>
                <a:rPr lang="en-US" sz="1169" b="1" baseline="0" dirty="0">
                  <a:solidFill>
                    <a:schemeClr val="bg1">
                      <a:lumMod val="75000"/>
                    </a:schemeClr>
                  </a:solidFill>
                  <a:latin typeface="Trebuchet MS" pitchFamily="34" charset="0"/>
                </a:rPr>
                <a:t>	</a:t>
              </a:r>
              <a:r>
                <a:rPr lang="en-US" sz="1169" b="0" baseline="0" dirty="0">
                  <a:solidFill>
                    <a:schemeClr val="bg1">
                      <a:lumMod val="75000"/>
                    </a:schemeClr>
                  </a:solidFill>
                  <a:latin typeface="Trebuchet MS" pitchFamily="34" charset="0"/>
                </a:rPr>
                <a:t>Go to VIEW &gt; ZOOM.</a:t>
              </a:r>
            </a:p>
            <a:p>
              <a:pPr algn="l"/>
              <a:endParaRPr lang="en-US" sz="1364" b="0"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Title, Authors, and Affiliations</a:t>
              </a:r>
            </a:p>
            <a:p>
              <a:pPr algn="l"/>
              <a:r>
                <a:rPr lang="en-US" sz="1169" b="0" baseline="0" dirty="0">
                  <a:solidFill>
                    <a:schemeClr val="bg1">
                      <a:lumMod val="75000"/>
                    </a:schemeClr>
                  </a:solidFill>
                  <a:latin typeface="Trebuchet MS" pitchFamily="34" charset="0"/>
                </a:rPr>
                <a:t>Start designing your poster by adding the title, the names of the authors, and the affiliated institutions. </a:t>
              </a:r>
              <a:r>
                <a:rPr lang="en-US" sz="1169"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1169" b="0" spc="0"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The font size of your title should be bigger than your name(s) and institution name(s).</a:t>
              </a:r>
            </a:p>
            <a:p>
              <a:pPr algn="l"/>
              <a:br>
                <a:rPr lang="en-US" sz="1364" b="1" baseline="0" dirty="0">
                  <a:solidFill>
                    <a:schemeClr val="bg1"/>
                  </a:solidFill>
                  <a:latin typeface="Trebuchet MS" pitchFamily="34" charset="0"/>
                </a:rPr>
              </a:br>
              <a:endParaRPr lang="en-US" sz="1364" b="1" dirty="0">
                <a:solidFill>
                  <a:schemeClr val="bg1"/>
                </a:solidFill>
                <a:latin typeface="Trebuchet MS" pitchFamily="34" charset="0"/>
              </a:endParaRPr>
            </a:p>
            <a:p>
              <a:pPr algn="ctr"/>
              <a:endParaRPr lang="en-US" sz="1364" b="1" dirty="0">
                <a:solidFill>
                  <a:srgbClr val="FFC000"/>
                </a:solidFill>
                <a:latin typeface="Trebuchet MS" pitchFamily="34" charset="0"/>
              </a:endParaRPr>
            </a:p>
            <a:p>
              <a:pPr algn="ctr"/>
              <a:endParaRPr lang="en-US" sz="1364" b="1" dirty="0">
                <a:solidFill>
                  <a:srgbClr val="FFC000"/>
                </a:solidFill>
                <a:latin typeface="Trebuchet MS" pitchFamily="34" charset="0"/>
              </a:endParaRPr>
            </a:p>
            <a:p>
              <a:pPr algn="ctr"/>
              <a:r>
                <a:rPr lang="en-US" sz="1559" b="1" dirty="0">
                  <a:solidFill>
                    <a:srgbClr val="FFC000"/>
                  </a:solidFill>
                  <a:latin typeface="Trebuchet MS" pitchFamily="34" charset="0"/>
                </a:rPr>
                <a:t>Adding Logos</a:t>
              </a:r>
              <a:r>
                <a:rPr lang="en-US" sz="1559" b="1" baseline="0" dirty="0">
                  <a:solidFill>
                    <a:srgbClr val="FFC000"/>
                  </a:solidFill>
                  <a:latin typeface="Trebuchet MS" pitchFamily="34" charset="0"/>
                </a:rPr>
                <a:t> / Seals</a:t>
              </a:r>
            </a:p>
            <a:p>
              <a:pPr algn="l"/>
              <a:r>
                <a:rPr lang="en-US" sz="1169"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1169" b="0" spc="146"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spc="0"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See if your school’s logo is available on our free poster templates page.</a:t>
              </a:r>
            </a:p>
            <a:p>
              <a:pPr algn="l"/>
              <a:endParaRPr lang="en-US" sz="1169" b="0" baseline="0" dirty="0">
                <a:latin typeface="Trebuchet MS" pitchFamily="34" charset="0"/>
              </a:endParaRPr>
            </a:p>
            <a:p>
              <a:pPr algn="ctr"/>
              <a:r>
                <a:rPr lang="en-US" sz="1559" b="1" baseline="0" dirty="0">
                  <a:solidFill>
                    <a:srgbClr val="FFC000"/>
                  </a:solidFill>
                  <a:latin typeface="Trebuchet MS" pitchFamily="34" charset="0"/>
                </a:rPr>
                <a:t>Photographs / Graphics</a:t>
              </a:r>
            </a:p>
            <a:p>
              <a:pPr algn="l" defTabSz="476433"/>
              <a:r>
                <a:rPr lang="en-US" sz="1169"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1169" b="0" spc="0" baseline="0" dirty="0">
                  <a:solidFill>
                    <a:schemeClr val="bg1">
                      <a:lumMod val="75000"/>
                    </a:schemeClr>
                  </a:solidFill>
                  <a:latin typeface="Trebuchet MS" pitchFamily="34" charset="0"/>
                </a:rPr>
                <a:t>disproportionally.</a:t>
              </a:r>
            </a:p>
            <a:p>
              <a:pPr algn="l" defTabSz="476433"/>
              <a:endParaRPr lang="en-US" sz="1169" b="0" baseline="0" dirty="0">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r>
                <a:rPr lang="en-US" sz="1559" b="1" baseline="0" dirty="0">
                  <a:solidFill>
                    <a:srgbClr val="FFC000"/>
                  </a:solidFill>
                  <a:latin typeface="Trebuchet MS" pitchFamily="34" charset="0"/>
                </a:rPr>
                <a:t>Image Quality Check</a:t>
              </a:r>
            </a:p>
            <a:p>
              <a:pPr lvl="0" algn="l" defTabSz="476433"/>
              <a:r>
                <a:rPr lang="en-US" sz="1169" b="0" baseline="0" dirty="0">
                  <a:solidFill>
                    <a:schemeClr val="bg1">
                      <a:lumMod val="75000"/>
                    </a:schemeClr>
                  </a:solidFill>
                  <a:latin typeface="Trebuchet MS" pitchFamily="34" charset="0"/>
                </a:rPr>
                <a:t>Zoom in and look at your images at 100% magnification. If they look good they will print well. </a:t>
              </a:r>
              <a:endParaRPr lang="en-US" sz="1364"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1"/>
              <a:ext cx="7531182" cy="2308031"/>
              <a:chOff x="-4470427" y="11016658"/>
              <a:chExt cx="3470785" cy="1060408"/>
            </a:xfrm>
          </p:grpSpPr>
          <p:grpSp>
            <p:nvGrpSpPr>
              <p:cNvPr id="46" name="Group 45"/>
              <p:cNvGrpSpPr/>
              <p:nvPr userDrawn="1"/>
            </p:nvGrpSpPr>
            <p:grpSpPr>
              <a:xfrm>
                <a:off x="-2783495" y="11060885"/>
                <a:ext cx="624431" cy="911073"/>
                <a:chOff x="-3958697" y="11117435"/>
                <a:chExt cx="779338" cy="1305562"/>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308819"/>
                </a:xfrm>
                <a:prstGeom prst="rect">
                  <a:avLst/>
                </a:prstGeom>
                <a:solidFill>
                  <a:schemeClr val="accent1"/>
                </a:solidFill>
                <a:ln>
                  <a:noFill/>
                </a:ln>
              </p:spPr>
              <p:txBody>
                <a:bodyPr wrap="square" lIns="91440" tIns="91440" rIns="91440" bIns="91440" rtlCol="0">
                  <a:spAutoFit/>
                </a:bodyPr>
                <a:lstStyle/>
                <a:p>
                  <a:pPr algn="ctr"/>
                  <a:r>
                    <a:rPr lang="en-US" sz="780" b="1" dirty="0">
                      <a:solidFill>
                        <a:schemeClr val="tx1"/>
                      </a:solidFill>
                    </a:rPr>
                    <a:t>ORIGINAL</a:t>
                  </a:r>
                </a:p>
              </p:txBody>
            </p:sp>
          </p:grpSp>
          <p:grpSp>
            <p:nvGrpSpPr>
              <p:cNvPr id="47" name="Group 46"/>
              <p:cNvGrpSpPr/>
              <p:nvPr userDrawn="1"/>
            </p:nvGrpSpPr>
            <p:grpSpPr>
              <a:xfrm>
                <a:off x="-2033159" y="11060891"/>
                <a:ext cx="1033517" cy="914555"/>
                <a:chOff x="-2921738" y="11200127"/>
                <a:chExt cx="1420279" cy="1256798"/>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81507"/>
                </a:xfrm>
                <a:prstGeom prst="rect">
                  <a:avLst/>
                </a:prstGeom>
                <a:solidFill>
                  <a:srgbClr val="FF0000"/>
                </a:solidFill>
              </p:spPr>
              <p:txBody>
                <a:bodyPr wrap="square" lIns="457200" tIns="91440" rIns="457200" bIns="91440" rtlCol="0">
                  <a:spAutoFit/>
                </a:bodyPr>
                <a:lstStyle/>
                <a:p>
                  <a:pPr algn="ctr"/>
                  <a:r>
                    <a:rPr lang="en-US" sz="682" b="1" dirty="0">
                      <a:solidFill>
                        <a:schemeClr val="bg1"/>
                      </a:solidFill>
                    </a:rPr>
                    <a:t>DISTORTED</a:t>
                  </a:r>
                  <a:endParaRPr lang="en-US" sz="341"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411421"/>
              </a:xfrm>
              <a:prstGeom prst="rect">
                <a:avLst/>
              </a:prstGeom>
              <a:noFill/>
            </p:spPr>
            <p:txBody>
              <a:bodyPr wrap="square" lIns="457200" tIns="457200" rIns="457200" bIns="0" rtlCol="0">
                <a:spAutoFit/>
              </a:bodyPr>
              <a:lstStyle/>
              <a:p>
                <a:pPr algn="ctr"/>
                <a:r>
                  <a:rPr lang="en-US" sz="780" dirty="0">
                    <a:solidFill>
                      <a:schemeClr val="bg1"/>
                    </a:solidFill>
                  </a:rPr>
                  <a:t>Corner</a:t>
                </a:r>
                <a:r>
                  <a:rPr lang="en-US" sz="780" baseline="0" dirty="0">
                    <a:solidFill>
                      <a:schemeClr val="bg1"/>
                    </a:solidFill>
                  </a:rPr>
                  <a:t> handles</a:t>
                </a:r>
                <a:endParaRPr lang="en-US" sz="780" dirty="0">
                  <a:solidFill>
                    <a:schemeClr val="bg1"/>
                  </a:solidFill>
                </a:endParaRPr>
              </a:p>
            </p:txBody>
          </p:sp>
        </p:grpSp>
        <p:grpSp>
          <p:nvGrpSpPr>
            <p:cNvPr id="39" name="Group 38"/>
            <p:cNvGrpSpPr/>
            <p:nvPr userDrawn="1"/>
          </p:nvGrpSpPr>
          <p:grpSpPr>
            <a:xfrm>
              <a:off x="-10383454" y="27751410"/>
              <a:ext cx="9292334" cy="2453251"/>
              <a:chOff x="-4747927" y="12734136"/>
              <a:chExt cx="4282421"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0" name=""/>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0" name=""/>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21994"/>
                <a:ext cx="1117601" cy="141886"/>
              </a:xfrm>
              <a:prstGeom prst="rect">
                <a:avLst/>
              </a:prstGeom>
              <a:noFill/>
            </p:spPr>
            <p:txBody>
              <a:bodyPr wrap="square" lIns="91440" tIns="91440" rIns="91440" bIns="0" rtlCol="0">
                <a:spAutoFit/>
              </a:bodyPr>
              <a:lstStyle/>
              <a:p>
                <a:pPr algn="ctr"/>
                <a:r>
                  <a:rPr lang="en-US" sz="780" dirty="0">
                    <a:solidFill>
                      <a:srgbClr val="92D050"/>
                    </a:solidFill>
                  </a:rPr>
                  <a:t>Good</a:t>
                </a:r>
                <a:r>
                  <a:rPr lang="en-US" sz="780" baseline="0" dirty="0">
                    <a:solidFill>
                      <a:srgbClr val="92D050"/>
                    </a:solidFill>
                  </a:rPr>
                  <a:t> </a:t>
                </a:r>
                <a:r>
                  <a:rPr lang="en-US" sz="780" baseline="0" dirty="0">
                    <a:solidFill>
                      <a:schemeClr val="bg1"/>
                    </a:solidFill>
                  </a:rPr>
                  <a:t>printing quality</a:t>
                </a:r>
                <a:endParaRPr lang="en-US" sz="780" dirty="0">
                  <a:solidFill>
                    <a:schemeClr val="bg1"/>
                  </a:solidFill>
                </a:endParaRPr>
              </a:p>
            </p:txBody>
          </p:sp>
          <p:sp>
            <p:nvSpPr>
              <p:cNvPr id="45" name="TextBox 44"/>
              <p:cNvSpPr txBox="1"/>
              <p:nvPr userDrawn="1"/>
            </p:nvSpPr>
            <p:spPr>
              <a:xfrm rot="16200000">
                <a:off x="-1095250" y="13231521"/>
                <a:ext cx="1117601" cy="141886"/>
              </a:xfrm>
              <a:prstGeom prst="rect">
                <a:avLst/>
              </a:prstGeom>
              <a:noFill/>
            </p:spPr>
            <p:txBody>
              <a:bodyPr wrap="square" lIns="91440" tIns="91440" rIns="91440" bIns="0" rtlCol="0">
                <a:spAutoFit/>
              </a:bodyPr>
              <a:lstStyle/>
              <a:p>
                <a:pPr algn="ctr"/>
                <a:r>
                  <a:rPr lang="en-US" sz="780" dirty="0">
                    <a:solidFill>
                      <a:srgbClr val="FF0000"/>
                    </a:solidFill>
                  </a:rPr>
                  <a:t>Bad </a:t>
                </a:r>
                <a:r>
                  <a:rPr lang="en-US" sz="780" dirty="0">
                    <a:solidFill>
                      <a:schemeClr val="bg1"/>
                    </a:solidFill>
                  </a:rPr>
                  <a:t>printing quality</a:t>
                </a:r>
              </a:p>
            </p:txBody>
          </p:sp>
        </p:grpSp>
      </p:grpSp>
      <p:grpSp>
        <p:nvGrpSpPr>
          <p:cNvPr id="54" name="Group 53"/>
          <p:cNvGrpSpPr/>
          <p:nvPr userDrawn="1"/>
        </p:nvGrpSpPr>
        <p:grpSpPr>
          <a:xfrm>
            <a:off x="30459135" y="-35769"/>
            <a:ext cx="7630428" cy="2141939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1949" b="1" spc="292" dirty="0">
                  <a:solidFill>
                    <a:schemeClr val="bg1"/>
                  </a:solidFill>
                  <a:latin typeface="Trebuchet MS" pitchFamily="34" charset="0"/>
                </a:rPr>
                <a:t>QUICK START (cont.)</a:t>
              </a:r>
            </a:p>
            <a:p>
              <a:pPr algn="ctr"/>
              <a:endParaRPr lang="en-US" sz="1754"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How to change the template color theme</a:t>
              </a:r>
            </a:p>
            <a:p>
              <a:pPr marL="0" marR="0" lvl="2" indent="0" algn="l" defTabSz="55687"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1169" b="0" spc="0" baseline="0" dirty="0">
                  <a:solidFill>
                    <a:schemeClr val="bg1">
                      <a:lumMod val="75000"/>
                    </a:schemeClr>
                  </a:solidFill>
                  <a:latin typeface="Trebuchet MS" pitchFamily="34" charset="0"/>
                </a:rPr>
                <a:t>also create your own color theme.</a:t>
              </a:r>
            </a:p>
            <a:p>
              <a:pPr marL="0" marR="0" lvl="2"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r>
                <a:rPr lang="en-US" sz="1169"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Text</a:t>
              </a:r>
            </a:p>
            <a:p>
              <a:pPr marL="1590946" lvl="2" indent="0" algn="l" defTabSz="55687"/>
              <a:r>
                <a:rPr lang="en-US" sz="1169"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739736" lvl="2"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 </a:t>
              </a:r>
              <a:r>
                <a:rPr kumimoji="0" lang="en-US" sz="1559"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1169" b="0" baseline="0" dirty="0">
                <a:solidFill>
                  <a:schemeClr val="bg1">
                    <a:lumMod val="75000"/>
                  </a:schemeClr>
                </a:solidFill>
                <a:latin typeface="Trebuchet MS" pitchFamily="34" charset="0"/>
              </a:endParaRPr>
            </a:p>
            <a:p>
              <a:pPr marL="739736" lvl="2"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Tables</a:t>
              </a:r>
            </a:p>
            <a:p>
              <a:pPr marL="843039" lvl="1" indent="0" algn="l" defTabSz="55687"/>
              <a:r>
                <a:rPr lang="en-US" sz="1169" b="0" baseline="0" dirty="0">
                  <a:solidFill>
                    <a:schemeClr val="bg1">
                      <a:lumMod val="75000"/>
                    </a:schemeClr>
                  </a:solidFill>
                  <a:latin typeface="Trebuchet MS" pitchFamily="34" charset="0"/>
                </a:rPr>
                <a:t>To add a table from scratch go to the INSERT menu and </a:t>
              </a:r>
              <a:br>
                <a:rPr lang="en-US" sz="1169" b="0" baseline="0" dirty="0">
                  <a:solidFill>
                    <a:schemeClr val="bg1">
                      <a:lumMod val="75000"/>
                    </a:schemeClr>
                  </a:solidFill>
                  <a:latin typeface="Trebuchet MS" pitchFamily="34" charset="0"/>
                </a:rPr>
              </a:br>
              <a:r>
                <a:rPr lang="en-US" sz="1169" b="0" baseline="0" dirty="0">
                  <a:solidFill>
                    <a:schemeClr val="bg1">
                      <a:lumMod val="75000"/>
                    </a:schemeClr>
                  </a:solidFill>
                  <a:latin typeface="Trebuchet MS" pitchFamily="34" charset="0"/>
                </a:rPr>
                <a:t>click on TABLE. A drop-down box will help you select rows and columns. </a:t>
              </a:r>
            </a:p>
            <a:p>
              <a:pPr marL="0" lvl="0" indent="0" algn="l" defTabSz="55687"/>
              <a:r>
                <a:rPr lang="en-US" sz="1169"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739736" rtl="0" eaLnBrk="1" fontAlgn="auto" latinLnBrk="0" hangingPunct="1">
                <a:lnSpc>
                  <a:spcPct val="100000"/>
                </a:lnSpc>
                <a:spcBef>
                  <a:spcPts val="0"/>
                </a:spcBef>
                <a:spcAft>
                  <a:spcPts val="0"/>
                </a:spcAft>
                <a:buClrTx/>
                <a:buSzTx/>
                <a:buFontTx/>
                <a:buNone/>
                <a:tabLst/>
                <a:defRPr/>
              </a:pPr>
              <a:endParaRPr kumimoji="0" lang="en-US" sz="1559"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364"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0" name=""/>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0" name=""/>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599843"/>
              </a:xfrm>
              <a:prstGeom prst="rect">
                <a:avLst/>
              </a:prstGeom>
              <a:noFill/>
              <a:ln>
                <a:noFill/>
              </a:ln>
            </p:spPr>
            <p:txBody>
              <a:bodyPr wrap="square" rtlCol="0">
                <a:spAutoFit/>
              </a:bodyPr>
              <a:lstStyle/>
              <a:p>
                <a:r>
                  <a:rPr lang="en-US" sz="1169" dirty="0">
                    <a:solidFill>
                      <a:schemeClr val="tx2"/>
                    </a:solidFill>
                    <a:latin typeface="Trebuchet MS" pitchFamily="34" charset="0"/>
                  </a:rPr>
                  <a:t>Student</a:t>
                </a:r>
                <a:r>
                  <a:rPr lang="en-US" sz="1169" baseline="0" dirty="0">
                    <a:solidFill>
                      <a:schemeClr val="tx2"/>
                    </a:solidFill>
                    <a:latin typeface="Trebuchet MS" pitchFamily="34" charset="0"/>
                  </a:rPr>
                  <a:t> discounts are available on our </a:t>
                </a:r>
                <a:r>
                  <a:rPr lang="en-US" sz="1169" baseline="0" dirty="0" err="1">
                    <a:solidFill>
                      <a:schemeClr val="tx2"/>
                    </a:solidFill>
                    <a:latin typeface="Trebuchet MS" pitchFamily="34" charset="0"/>
                  </a:rPr>
                  <a:t>Facebook</a:t>
                </a:r>
                <a:r>
                  <a:rPr lang="en-US" sz="1169" baseline="0" dirty="0">
                    <a:solidFill>
                      <a:schemeClr val="tx2"/>
                    </a:solidFill>
                    <a:latin typeface="Trebuchet MS" pitchFamily="34" charset="0"/>
                  </a:rPr>
                  <a:t> page.</a:t>
                </a:r>
                <a:br>
                  <a:rPr lang="en-US" sz="1169" baseline="0" dirty="0">
                    <a:solidFill>
                      <a:schemeClr val="tx2"/>
                    </a:solidFill>
                    <a:latin typeface="Trebuchet MS" pitchFamily="34" charset="0"/>
                  </a:rPr>
                </a:br>
                <a:r>
                  <a:rPr lang="en-US" sz="1169" baseline="0" dirty="0">
                    <a:solidFill>
                      <a:schemeClr val="tx2"/>
                    </a:solidFill>
                    <a:latin typeface="Trebuchet MS" pitchFamily="34" charset="0"/>
                  </a:rPr>
                  <a:t>Go to </a:t>
                </a:r>
                <a:r>
                  <a:rPr lang="en-US" sz="1169" u="sng" baseline="0" dirty="0">
                    <a:solidFill>
                      <a:schemeClr val="tx2"/>
                    </a:solidFill>
                    <a:latin typeface="Trebuchet MS" pitchFamily="34" charset="0"/>
                  </a:rPr>
                  <a:t>PosterPresentations.com</a:t>
                </a:r>
                <a:r>
                  <a:rPr lang="en-US" sz="1169" baseline="0" dirty="0">
                    <a:solidFill>
                      <a:schemeClr val="tx2"/>
                    </a:solidFill>
                    <a:latin typeface="Trebuchet MS" pitchFamily="34" charset="0"/>
                  </a:rPr>
                  <a:t> and click on the FB icon. </a:t>
                </a:r>
                <a:endParaRPr lang="en-US" sz="1169" dirty="0">
                  <a:solidFill>
                    <a:schemeClr val="tx2"/>
                  </a:solidFill>
                  <a:latin typeface="Trebuchet MS" pitchFamily="34" charset="0"/>
                </a:endParaRPr>
              </a:p>
            </p:txBody>
          </p:sp>
        </p:grpSp>
        <p:sp>
          <p:nvSpPr>
            <p:cNvPr id="60" name="TextBox 59"/>
            <p:cNvSpPr txBox="1"/>
            <p:nvPr userDrawn="1"/>
          </p:nvSpPr>
          <p:spPr>
            <a:xfrm>
              <a:off x="44262807" y="31169781"/>
              <a:ext cx="6870216" cy="1128071"/>
            </a:xfrm>
            <a:prstGeom prst="rect">
              <a:avLst/>
            </a:prstGeom>
            <a:noFill/>
          </p:spPr>
          <p:txBody>
            <a:bodyPr wrap="square" lIns="65304" tIns="32651" rIns="65304" bIns="32651" rtlCol="0">
              <a:spAutoFit/>
            </a:bodyPr>
            <a:lstStyle/>
            <a:p>
              <a:pPr>
                <a:lnSpc>
                  <a:spcPts val="1267"/>
                </a:lnSpc>
              </a:pPr>
              <a:r>
                <a:rPr lang="en-US" sz="1364" dirty="0">
                  <a:solidFill>
                    <a:schemeClr val="bg1"/>
                  </a:solidFill>
                </a:rPr>
                <a:t>© 2015</a:t>
              </a:r>
              <a:r>
                <a:rPr lang="en-US" sz="1364" baseline="0" dirty="0">
                  <a:solidFill>
                    <a:schemeClr val="bg1"/>
                  </a:solidFill>
                </a:rPr>
                <a:t> </a:t>
              </a:r>
              <a:r>
                <a:rPr lang="en-US" sz="1364" dirty="0">
                  <a:solidFill>
                    <a:schemeClr val="bg1"/>
                  </a:solidFill>
                </a:rPr>
                <a:t>PosterPresentations.com</a:t>
              </a:r>
              <a:br>
                <a:rPr lang="en-US" sz="1364" dirty="0">
                  <a:solidFill>
                    <a:schemeClr val="bg1"/>
                  </a:solidFill>
                </a:rPr>
              </a:br>
              <a:r>
                <a:rPr lang="en-US" sz="1364" dirty="0">
                  <a:solidFill>
                    <a:schemeClr val="bg1"/>
                  </a:solidFill>
                </a:rPr>
                <a:t>    </a:t>
              </a:r>
              <a:r>
                <a:rPr lang="en-US" sz="1169" dirty="0">
                  <a:solidFill>
                    <a:schemeClr val="bg1"/>
                  </a:solidFill>
                </a:rPr>
                <a:t>2117 Fourth Street ,</a:t>
              </a:r>
              <a:r>
                <a:rPr lang="en-US" sz="1169" baseline="0" dirty="0">
                  <a:solidFill>
                    <a:schemeClr val="bg1"/>
                  </a:solidFill>
                </a:rPr>
                <a:t> Unit C        </a:t>
              </a:r>
            </a:p>
            <a:p>
              <a:pPr>
                <a:lnSpc>
                  <a:spcPts val="1267"/>
                </a:lnSpc>
              </a:pPr>
              <a:r>
                <a:rPr lang="en-US" sz="1169" baseline="0" dirty="0">
                  <a:solidFill>
                    <a:schemeClr val="bg1"/>
                  </a:solidFill>
                </a:rPr>
                <a:t>     Berkeley CA </a:t>
              </a:r>
              <a:r>
                <a:rPr lang="en-US" sz="974" baseline="0" dirty="0">
                  <a:solidFill>
                    <a:schemeClr val="bg1"/>
                  </a:solidFill>
                </a:rPr>
                <a:t>94710</a:t>
              </a:r>
              <a:br>
                <a:rPr lang="en-US" sz="1169" baseline="0" dirty="0">
                  <a:solidFill>
                    <a:schemeClr val="bg1"/>
                  </a:solidFill>
                </a:rPr>
              </a:br>
              <a:r>
                <a:rPr lang="en-US" sz="1169" baseline="0" dirty="0">
                  <a:solidFill>
                    <a:schemeClr val="bg1"/>
                  </a:solidFill>
                </a:rPr>
                <a:t>    </a:t>
              </a:r>
              <a:r>
                <a:rPr lang="en-US" sz="1169" b="1" baseline="0" dirty="0">
                  <a:solidFill>
                    <a:srgbClr val="FFFF00"/>
                  </a:solidFill>
                </a:rPr>
                <a:t>posterpresenter@gmail.com</a:t>
              </a:r>
              <a:endParaRPr lang="en-US" sz="1364"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2138272" rtl="0" eaLnBrk="1" latinLnBrk="0" hangingPunct="1">
        <a:spcBef>
          <a:spcPct val="0"/>
        </a:spcBef>
        <a:buNone/>
        <a:defRPr sz="4287" kern="1200">
          <a:solidFill>
            <a:schemeClr val="bg1"/>
          </a:solidFill>
          <a:latin typeface="Trebuchet MS" pitchFamily="34" charset="0"/>
          <a:ea typeface="+mj-ea"/>
          <a:cs typeface="+mj-cs"/>
        </a:defRPr>
      </a:lvl1pPr>
    </p:titleStyle>
    <p:bodyStyle>
      <a:lvl1pPr marL="801852" indent="-801852" algn="l" defTabSz="2138272" rtl="0" eaLnBrk="1" latinLnBrk="0" hangingPunct="1">
        <a:spcBef>
          <a:spcPct val="20000"/>
        </a:spcBef>
        <a:buFont typeface="Arial" pitchFamily="34" charset="0"/>
        <a:buChar char="•"/>
        <a:defRPr sz="7503" kern="1200">
          <a:solidFill>
            <a:schemeClr val="tx1"/>
          </a:solidFill>
          <a:latin typeface="+mn-lt"/>
          <a:ea typeface="+mn-ea"/>
          <a:cs typeface="+mn-cs"/>
        </a:defRPr>
      </a:lvl1pPr>
      <a:lvl2pPr marL="1737346" indent="-668210" algn="l" defTabSz="2138272" rtl="0" eaLnBrk="1" latinLnBrk="0" hangingPunct="1">
        <a:spcBef>
          <a:spcPct val="20000"/>
        </a:spcBef>
        <a:buFont typeface="Arial" pitchFamily="34" charset="0"/>
        <a:buChar char="–"/>
        <a:defRPr sz="6577" kern="1200">
          <a:solidFill>
            <a:schemeClr val="tx1"/>
          </a:solidFill>
          <a:latin typeface="+mn-lt"/>
          <a:ea typeface="+mn-ea"/>
          <a:cs typeface="+mn-cs"/>
        </a:defRPr>
      </a:lvl2pPr>
      <a:lvl3pPr marL="2672841" indent="-534569" algn="l" defTabSz="2138272" rtl="0" eaLnBrk="1" latinLnBrk="0" hangingPunct="1">
        <a:spcBef>
          <a:spcPct val="20000"/>
        </a:spcBef>
        <a:buFont typeface="Arial" pitchFamily="34" charset="0"/>
        <a:buChar char="•"/>
        <a:defRPr sz="5652" kern="1200">
          <a:solidFill>
            <a:schemeClr val="tx1"/>
          </a:solidFill>
          <a:latin typeface="+mn-lt"/>
          <a:ea typeface="+mn-ea"/>
          <a:cs typeface="+mn-cs"/>
        </a:defRPr>
      </a:lvl3pPr>
      <a:lvl4pPr marL="374197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4pPr>
      <a:lvl5pPr marL="4811113"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5pPr>
      <a:lvl6pPr marL="5880249"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6pPr>
      <a:lvl7pPr marL="6949385"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7pPr>
      <a:lvl8pPr marL="8018521"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8pPr>
      <a:lvl9pPr marL="908765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9pPr>
    </p:bodyStyle>
    <p:otherStyle>
      <a:defPPr>
        <a:defRPr lang="en-US"/>
      </a:defPPr>
      <a:lvl1pPr marL="0" algn="l" defTabSz="2138272" rtl="0" eaLnBrk="1" latinLnBrk="0" hangingPunct="1">
        <a:defRPr sz="4190" kern="1200">
          <a:solidFill>
            <a:schemeClr val="tx1"/>
          </a:solidFill>
          <a:latin typeface="+mn-lt"/>
          <a:ea typeface="+mn-ea"/>
          <a:cs typeface="+mn-cs"/>
        </a:defRPr>
      </a:lvl1pPr>
      <a:lvl2pPr marL="1069137" algn="l" defTabSz="2138272" rtl="0" eaLnBrk="1" latinLnBrk="0" hangingPunct="1">
        <a:defRPr sz="4190" kern="1200">
          <a:solidFill>
            <a:schemeClr val="tx1"/>
          </a:solidFill>
          <a:latin typeface="+mn-lt"/>
          <a:ea typeface="+mn-ea"/>
          <a:cs typeface="+mn-cs"/>
        </a:defRPr>
      </a:lvl2pPr>
      <a:lvl3pPr marL="2138272" algn="l" defTabSz="2138272" rtl="0" eaLnBrk="1" latinLnBrk="0" hangingPunct="1">
        <a:defRPr sz="4190" kern="1200">
          <a:solidFill>
            <a:schemeClr val="tx1"/>
          </a:solidFill>
          <a:latin typeface="+mn-lt"/>
          <a:ea typeface="+mn-ea"/>
          <a:cs typeface="+mn-cs"/>
        </a:defRPr>
      </a:lvl3pPr>
      <a:lvl4pPr marL="3207409" algn="l" defTabSz="2138272" rtl="0" eaLnBrk="1" latinLnBrk="0" hangingPunct="1">
        <a:defRPr sz="4190" kern="1200">
          <a:solidFill>
            <a:schemeClr val="tx1"/>
          </a:solidFill>
          <a:latin typeface="+mn-lt"/>
          <a:ea typeface="+mn-ea"/>
          <a:cs typeface="+mn-cs"/>
        </a:defRPr>
      </a:lvl4pPr>
      <a:lvl5pPr marL="4276545" algn="l" defTabSz="2138272" rtl="0" eaLnBrk="1" latinLnBrk="0" hangingPunct="1">
        <a:defRPr sz="4190" kern="1200">
          <a:solidFill>
            <a:schemeClr val="tx1"/>
          </a:solidFill>
          <a:latin typeface="+mn-lt"/>
          <a:ea typeface="+mn-ea"/>
          <a:cs typeface="+mn-cs"/>
        </a:defRPr>
      </a:lvl5pPr>
      <a:lvl6pPr marL="5345681" algn="l" defTabSz="2138272" rtl="0" eaLnBrk="1" latinLnBrk="0" hangingPunct="1">
        <a:defRPr sz="4190" kern="1200">
          <a:solidFill>
            <a:schemeClr val="tx1"/>
          </a:solidFill>
          <a:latin typeface="+mn-lt"/>
          <a:ea typeface="+mn-ea"/>
          <a:cs typeface="+mn-cs"/>
        </a:defRPr>
      </a:lvl6pPr>
      <a:lvl7pPr marL="6414818" algn="l" defTabSz="2138272" rtl="0" eaLnBrk="1" latinLnBrk="0" hangingPunct="1">
        <a:defRPr sz="4190" kern="1200">
          <a:solidFill>
            <a:schemeClr val="tx1"/>
          </a:solidFill>
          <a:latin typeface="+mn-lt"/>
          <a:ea typeface="+mn-ea"/>
          <a:cs typeface="+mn-cs"/>
        </a:defRPr>
      </a:lvl7pPr>
      <a:lvl8pPr marL="7483953" algn="l" defTabSz="2138272" rtl="0" eaLnBrk="1" latinLnBrk="0" hangingPunct="1">
        <a:defRPr sz="4190" kern="1200">
          <a:solidFill>
            <a:schemeClr val="tx1"/>
          </a:solidFill>
          <a:latin typeface="+mn-lt"/>
          <a:ea typeface="+mn-ea"/>
          <a:cs typeface="+mn-cs"/>
        </a:defRPr>
      </a:lvl8pPr>
      <a:lvl9pPr marL="8553090" algn="l" defTabSz="2138272" rtl="0" eaLnBrk="1" latinLnBrk="0" hangingPunct="1">
        <a:defRPr sz="419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1" y="0"/>
            <a:ext cx="30275213" cy="3118445"/>
          </a:xfrm>
          <a:prstGeom prst="rect">
            <a:avLst/>
          </a:prstGeom>
          <a:solidFill>
            <a:schemeClr val="accent5">
              <a:lumMod val="75000"/>
            </a:schemeClr>
          </a:solidFill>
          <a:ln w="9525">
            <a:solidFill>
              <a:schemeClr val="tx1"/>
            </a:solidFill>
            <a:miter lim="800000"/>
            <a:headEnd/>
            <a:tailEnd/>
          </a:ln>
          <a:effectLst/>
        </p:spPr>
        <p:txBody>
          <a:bodyPr wrap="none" lIns="44547" tIns="22273" rIns="44547" bIns="22273" anchor="ctr"/>
          <a:lstStyle/>
          <a:p>
            <a:pPr>
              <a:defRPr/>
            </a:pPr>
            <a:endParaRPr lang="en-US" sz="2818" dirty="0"/>
          </a:p>
        </p:txBody>
      </p:sp>
      <p:sp>
        <p:nvSpPr>
          <p:cNvPr id="9" name="Rectangle 9"/>
          <p:cNvSpPr>
            <a:spLocks noChangeArrowheads="1"/>
          </p:cNvSpPr>
          <p:nvPr/>
        </p:nvSpPr>
        <p:spPr bwMode="auto">
          <a:xfrm>
            <a:off x="1" y="3121540"/>
            <a:ext cx="30275213" cy="98998"/>
          </a:xfrm>
          <a:prstGeom prst="rect">
            <a:avLst/>
          </a:prstGeom>
          <a:solidFill>
            <a:schemeClr val="accent5">
              <a:lumMod val="50000"/>
            </a:schemeClr>
          </a:solidFill>
          <a:ln w="152400">
            <a:noFill/>
            <a:miter lim="800000"/>
            <a:headEnd/>
            <a:tailEnd/>
          </a:ln>
          <a:effectLst/>
        </p:spPr>
        <p:txBody>
          <a:bodyPr wrap="none" lIns="44547" tIns="22273" rIns="44547" bIns="22273" anchor="ctr"/>
          <a:lstStyle/>
          <a:p>
            <a:pPr>
              <a:defRPr/>
            </a:pPr>
            <a:endParaRPr lang="en-US" sz="2818" dirty="0"/>
          </a:p>
        </p:txBody>
      </p:sp>
      <p:cxnSp>
        <p:nvCxnSpPr>
          <p:cNvPr id="38" name="Straight Connector 37"/>
          <p:cNvCxnSpPr/>
          <p:nvPr/>
        </p:nvCxnSpPr>
        <p:spPr>
          <a:xfrm flipV="1">
            <a:off x="-9620068" y="7487308"/>
            <a:ext cx="9365426" cy="531"/>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636210" y="3502627"/>
            <a:ext cx="9365426" cy="17368008"/>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2" name="Rounded Rectangle 21"/>
          <p:cNvSpPr/>
          <p:nvPr userDrawn="1"/>
        </p:nvSpPr>
        <p:spPr>
          <a:xfrm>
            <a:off x="10453253" y="3502627"/>
            <a:ext cx="9365426" cy="17368008"/>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3" name="Rounded Rectangle 22"/>
          <p:cNvSpPr/>
          <p:nvPr userDrawn="1"/>
        </p:nvSpPr>
        <p:spPr>
          <a:xfrm>
            <a:off x="20270298" y="3502627"/>
            <a:ext cx="9365426" cy="17368008"/>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grpSp>
        <p:nvGrpSpPr>
          <p:cNvPr id="44" name="Group 43"/>
          <p:cNvGrpSpPr/>
          <p:nvPr userDrawn="1"/>
        </p:nvGrpSpPr>
        <p:grpSpPr>
          <a:xfrm>
            <a:off x="30459135" y="-35769"/>
            <a:ext cx="7630428" cy="2141939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1949" b="1" spc="292" dirty="0">
                  <a:solidFill>
                    <a:schemeClr val="bg1"/>
                  </a:solidFill>
                  <a:latin typeface="Trebuchet MS" pitchFamily="34" charset="0"/>
                </a:rPr>
                <a:t>QUICK START (cont.)</a:t>
              </a:r>
            </a:p>
            <a:p>
              <a:pPr algn="ctr"/>
              <a:endParaRPr lang="en-US" sz="1754"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How to change the template color theme</a:t>
              </a:r>
            </a:p>
            <a:p>
              <a:pPr marL="0" marR="0" lvl="2" indent="0" algn="l" defTabSz="55687"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1169" b="0" spc="0" baseline="0" dirty="0">
                  <a:solidFill>
                    <a:schemeClr val="bg1">
                      <a:lumMod val="75000"/>
                    </a:schemeClr>
                  </a:solidFill>
                  <a:latin typeface="Trebuchet MS" pitchFamily="34" charset="0"/>
                </a:rPr>
                <a:t>also create your own color theme.</a:t>
              </a:r>
            </a:p>
            <a:p>
              <a:pPr marL="0" marR="0" lvl="2"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r>
                <a:rPr lang="en-US" sz="1169"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Text</a:t>
              </a:r>
            </a:p>
            <a:p>
              <a:pPr marL="1590946" lvl="2" indent="0" algn="l" defTabSz="55687"/>
              <a:r>
                <a:rPr lang="en-US" sz="1169"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739736" lvl="2"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 </a:t>
              </a:r>
              <a:r>
                <a:rPr kumimoji="0" lang="en-US" sz="1559"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1169" b="0" baseline="0" dirty="0">
                <a:solidFill>
                  <a:schemeClr val="bg1">
                    <a:lumMod val="75000"/>
                  </a:schemeClr>
                </a:solidFill>
                <a:latin typeface="Trebuchet MS" pitchFamily="34" charset="0"/>
              </a:endParaRPr>
            </a:p>
            <a:p>
              <a:pPr marL="739736" lvl="2"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Tables</a:t>
              </a:r>
            </a:p>
            <a:p>
              <a:pPr marL="843039" lvl="1" indent="0" algn="l" defTabSz="55687"/>
              <a:r>
                <a:rPr lang="en-US" sz="1169" b="0" baseline="0" dirty="0">
                  <a:solidFill>
                    <a:schemeClr val="bg1">
                      <a:lumMod val="75000"/>
                    </a:schemeClr>
                  </a:solidFill>
                  <a:latin typeface="Trebuchet MS" pitchFamily="34" charset="0"/>
                </a:rPr>
                <a:t>To add a table from scratch go to the INSERT menu and </a:t>
              </a:r>
              <a:br>
                <a:rPr lang="en-US" sz="1169" b="0" baseline="0" dirty="0">
                  <a:solidFill>
                    <a:schemeClr val="bg1">
                      <a:lumMod val="75000"/>
                    </a:schemeClr>
                  </a:solidFill>
                  <a:latin typeface="Trebuchet MS" pitchFamily="34" charset="0"/>
                </a:rPr>
              </a:br>
              <a:r>
                <a:rPr lang="en-US" sz="1169" b="0" baseline="0" dirty="0">
                  <a:solidFill>
                    <a:schemeClr val="bg1">
                      <a:lumMod val="75000"/>
                    </a:schemeClr>
                  </a:solidFill>
                  <a:latin typeface="Trebuchet MS" pitchFamily="34" charset="0"/>
                </a:rPr>
                <a:t>click on TABLE. A drop-down box will help you select rows and columns. </a:t>
              </a:r>
            </a:p>
            <a:p>
              <a:pPr marL="0" lvl="0" indent="0" algn="l" defTabSz="55687"/>
              <a:r>
                <a:rPr lang="en-US" sz="1169"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739736" rtl="0" eaLnBrk="1" fontAlgn="auto" latinLnBrk="0" hangingPunct="1">
                <a:lnSpc>
                  <a:spcPct val="100000"/>
                </a:lnSpc>
                <a:spcBef>
                  <a:spcPts val="0"/>
                </a:spcBef>
                <a:spcAft>
                  <a:spcPts val="0"/>
                </a:spcAft>
                <a:buClrTx/>
                <a:buSzTx/>
                <a:buFontTx/>
                <a:buNone/>
                <a:tabLst/>
                <a:defRPr/>
              </a:pPr>
              <a:endParaRPr kumimoji="0" lang="en-US" sz="1559"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364"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599843"/>
              </a:xfrm>
              <a:prstGeom prst="rect">
                <a:avLst/>
              </a:prstGeom>
              <a:noFill/>
              <a:ln>
                <a:noFill/>
              </a:ln>
            </p:spPr>
            <p:txBody>
              <a:bodyPr wrap="square" rtlCol="0">
                <a:spAutoFit/>
              </a:bodyPr>
              <a:lstStyle/>
              <a:p>
                <a:r>
                  <a:rPr lang="en-US" sz="1169" dirty="0">
                    <a:solidFill>
                      <a:schemeClr val="tx2"/>
                    </a:solidFill>
                    <a:latin typeface="Trebuchet MS" pitchFamily="34" charset="0"/>
                  </a:rPr>
                  <a:t>Student</a:t>
                </a:r>
                <a:r>
                  <a:rPr lang="en-US" sz="1169" baseline="0" dirty="0">
                    <a:solidFill>
                      <a:schemeClr val="tx2"/>
                    </a:solidFill>
                    <a:latin typeface="Trebuchet MS" pitchFamily="34" charset="0"/>
                  </a:rPr>
                  <a:t> discounts are available on our </a:t>
                </a:r>
                <a:r>
                  <a:rPr lang="en-US" sz="1169" baseline="0" dirty="0" err="1">
                    <a:solidFill>
                      <a:schemeClr val="tx2"/>
                    </a:solidFill>
                    <a:latin typeface="Trebuchet MS" pitchFamily="34" charset="0"/>
                  </a:rPr>
                  <a:t>Facebook</a:t>
                </a:r>
                <a:r>
                  <a:rPr lang="en-US" sz="1169" baseline="0" dirty="0">
                    <a:solidFill>
                      <a:schemeClr val="tx2"/>
                    </a:solidFill>
                    <a:latin typeface="Trebuchet MS" pitchFamily="34" charset="0"/>
                  </a:rPr>
                  <a:t> page.</a:t>
                </a:r>
                <a:br>
                  <a:rPr lang="en-US" sz="1169" baseline="0" dirty="0">
                    <a:solidFill>
                      <a:schemeClr val="tx2"/>
                    </a:solidFill>
                    <a:latin typeface="Trebuchet MS" pitchFamily="34" charset="0"/>
                  </a:rPr>
                </a:br>
                <a:r>
                  <a:rPr lang="en-US" sz="1169" baseline="0" dirty="0">
                    <a:solidFill>
                      <a:schemeClr val="tx2"/>
                    </a:solidFill>
                    <a:latin typeface="Trebuchet MS" pitchFamily="34" charset="0"/>
                  </a:rPr>
                  <a:t>Go to </a:t>
                </a:r>
                <a:r>
                  <a:rPr lang="en-US" sz="1169" u="sng" baseline="0" dirty="0">
                    <a:solidFill>
                      <a:schemeClr val="tx2"/>
                    </a:solidFill>
                    <a:latin typeface="Trebuchet MS" pitchFamily="34" charset="0"/>
                  </a:rPr>
                  <a:t>PosterPresentations.com</a:t>
                </a:r>
                <a:r>
                  <a:rPr lang="en-US" sz="1169" baseline="0" dirty="0">
                    <a:solidFill>
                      <a:schemeClr val="tx2"/>
                    </a:solidFill>
                    <a:latin typeface="Trebuchet MS" pitchFamily="34" charset="0"/>
                  </a:rPr>
                  <a:t> and click on the FB icon. </a:t>
                </a:r>
                <a:endParaRPr lang="en-US" sz="1169" dirty="0">
                  <a:solidFill>
                    <a:schemeClr val="tx2"/>
                  </a:solidFill>
                  <a:latin typeface="Trebuchet MS" pitchFamily="34" charset="0"/>
                </a:endParaRPr>
              </a:p>
            </p:txBody>
          </p:sp>
        </p:grpSp>
        <p:sp>
          <p:nvSpPr>
            <p:cNvPr id="50" name="TextBox 49"/>
            <p:cNvSpPr txBox="1"/>
            <p:nvPr userDrawn="1"/>
          </p:nvSpPr>
          <p:spPr>
            <a:xfrm>
              <a:off x="44262807" y="31169781"/>
              <a:ext cx="6870216" cy="1128071"/>
            </a:xfrm>
            <a:prstGeom prst="rect">
              <a:avLst/>
            </a:prstGeom>
            <a:noFill/>
          </p:spPr>
          <p:txBody>
            <a:bodyPr wrap="square" lIns="65304" tIns="32651" rIns="65304" bIns="32651" rtlCol="0">
              <a:spAutoFit/>
            </a:bodyPr>
            <a:lstStyle/>
            <a:p>
              <a:pPr>
                <a:lnSpc>
                  <a:spcPts val="1267"/>
                </a:lnSpc>
              </a:pPr>
              <a:r>
                <a:rPr lang="en-US" sz="1364" dirty="0">
                  <a:solidFill>
                    <a:schemeClr val="bg1"/>
                  </a:solidFill>
                </a:rPr>
                <a:t>© 2015</a:t>
              </a:r>
              <a:r>
                <a:rPr lang="en-US" sz="1364" baseline="0" dirty="0">
                  <a:solidFill>
                    <a:schemeClr val="bg1"/>
                  </a:solidFill>
                </a:rPr>
                <a:t> </a:t>
              </a:r>
              <a:r>
                <a:rPr lang="en-US" sz="1364" dirty="0">
                  <a:solidFill>
                    <a:schemeClr val="bg1"/>
                  </a:solidFill>
                </a:rPr>
                <a:t>PosterPresentations.com</a:t>
              </a:r>
              <a:br>
                <a:rPr lang="en-US" sz="1364" dirty="0">
                  <a:solidFill>
                    <a:schemeClr val="bg1"/>
                  </a:solidFill>
                </a:rPr>
              </a:br>
              <a:r>
                <a:rPr lang="en-US" sz="1364" dirty="0">
                  <a:solidFill>
                    <a:schemeClr val="bg1"/>
                  </a:solidFill>
                </a:rPr>
                <a:t>    </a:t>
              </a:r>
              <a:r>
                <a:rPr lang="en-US" sz="1169" dirty="0">
                  <a:solidFill>
                    <a:schemeClr val="bg1"/>
                  </a:solidFill>
                </a:rPr>
                <a:t>2117 Fourth Street ,</a:t>
              </a:r>
              <a:r>
                <a:rPr lang="en-US" sz="1169" baseline="0" dirty="0">
                  <a:solidFill>
                    <a:schemeClr val="bg1"/>
                  </a:solidFill>
                </a:rPr>
                <a:t> Unit C        </a:t>
              </a:r>
            </a:p>
            <a:p>
              <a:pPr>
                <a:lnSpc>
                  <a:spcPts val="1267"/>
                </a:lnSpc>
              </a:pPr>
              <a:r>
                <a:rPr lang="en-US" sz="1169" baseline="0" dirty="0">
                  <a:solidFill>
                    <a:schemeClr val="bg1"/>
                  </a:solidFill>
                </a:rPr>
                <a:t>     Berkeley CA </a:t>
              </a:r>
              <a:r>
                <a:rPr lang="en-US" sz="974" baseline="0" dirty="0">
                  <a:solidFill>
                    <a:schemeClr val="bg1"/>
                  </a:solidFill>
                </a:rPr>
                <a:t>94710</a:t>
              </a:r>
              <a:br>
                <a:rPr lang="en-US" sz="1169" baseline="0" dirty="0">
                  <a:solidFill>
                    <a:schemeClr val="bg1"/>
                  </a:solidFill>
                </a:rPr>
              </a:br>
              <a:r>
                <a:rPr lang="en-US" sz="1169" baseline="0" dirty="0">
                  <a:solidFill>
                    <a:schemeClr val="bg1"/>
                  </a:solidFill>
                </a:rPr>
                <a:t>    </a:t>
              </a:r>
              <a:r>
                <a:rPr lang="en-US" sz="1169" b="1" baseline="0" dirty="0">
                  <a:solidFill>
                    <a:srgbClr val="FFFF00"/>
                  </a:solidFill>
                </a:rPr>
                <a:t>posterpresenter@gmail.com</a:t>
              </a:r>
              <a:endParaRPr lang="en-US" sz="1364" b="1" dirty="0">
                <a:solidFill>
                  <a:srgbClr val="FFFF00"/>
                </a:solidFill>
              </a:endParaRPr>
            </a:p>
          </p:txBody>
        </p:sp>
      </p:grpSp>
      <p:grpSp>
        <p:nvGrpSpPr>
          <p:cNvPr id="54" name="Group 53"/>
          <p:cNvGrpSpPr/>
          <p:nvPr userDrawn="1"/>
        </p:nvGrpSpPr>
        <p:grpSpPr>
          <a:xfrm>
            <a:off x="-7742895" y="-1"/>
            <a:ext cx="7600578" cy="21383626"/>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739736" rtl="0" eaLnBrk="1" fontAlgn="auto" latinLnBrk="0" hangingPunct="1">
                <a:lnSpc>
                  <a:spcPct val="100000"/>
                </a:lnSpc>
                <a:spcBef>
                  <a:spcPts val="0"/>
                </a:spcBef>
                <a:spcAft>
                  <a:spcPts val="0"/>
                </a:spcAft>
                <a:buClrTx/>
                <a:buSzTx/>
                <a:buFontTx/>
                <a:buNone/>
                <a:tabLst/>
                <a:defRPr/>
              </a:pPr>
              <a:r>
                <a:rPr lang="en-US" sz="1559" b="1" spc="0" dirty="0">
                  <a:solidFill>
                    <a:srgbClr val="FF0000"/>
                  </a:solidFill>
                  <a:latin typeface="Trebuchet MS" pitchFamily="34" charset="0"/>
                </a:rPr>
                <a:t>(—THIS SIDEBAR DOES NOT PRINT—)</a:t>
              </a:r>
              <a:endParaRPr lang="en-US" sz="1559" b="1" spc="292" dirty="0">
                <a:solidFill>
                  <a:schemeClr val="bg1"/>
                </a:solidFill>
                <a:latin typeface="Trebuchet MS" pitchFamily="34" charset="0"/>
              </a:endParaRPr>
            </a:p>
            <a:p>
              <a:pPr algn="ctr"/>
              <a:r>
                <a:rPr lang="en-US" sz="1949" b="1" spc="292" dirty="0">
                  <a:solidFill>
                    <a:schemeClr val="bg1"/>
                  </a:solidFill>
                  <a:latin typeface="Trebuchet MS" pitchFamily="34" charset="0"/>
                </a:rPr>
                <a:t>DESIGN</a:t>
              </a:r>
              <a:r>
                <a:rPr lang="en-US" sz="1949" b="1" spc="292" baseline="0" dirty="0">
                  <a:solidFill>
                    <a:schemeClr val="bg1"/>
                  </a:solidFill>
                  <a:latin typeface="Trebuchet MS" pitchFamily="34" charset="0"/>
                </a:rPr>
                <a:t> </a:t>
              </a:r>
              <a:r>
                <a:rPr lang="en-US" sz="1949" b="1" spc="292" dirty="0">
                  <a:solidFill>
                    <a:schemeClr val="bg1"/>
                  </a:solidFill>
                  <a:latin typeface="Trebuchet MS" pitchFamily="34" charset="0"/>
                </a:rPr>
                <a:t>GUIDE</a:t>
              </a:r>
            </a:p>
            <a:p>
              <a:pPr algn="ctr"/>
              <a:endParaRPr lang="en-US" sz="1364" b="1" dirty="0">
                <a:latin typeface="Trebuchet MS" pitchFamily="34" charset="0"/>
              </a:endParaRPr>
            </a:p>
            <a:p>
              <a:pPr defTabSz="1834619"/>
              <a:r>
                <a:rPr lang="en-US" sz="1364" i="0" dirty="0">
                  <a:latin typeface="Trebuchet MS" pitchFamily="34" charset="0"/>
                </a:rPr>
                <a:t>This PowerPoint</a:t>
              </a:r>
              <a:r>
                <a:rPr lang="en-US" sz="1364" i="0" baseline="0" dirty="0">
                  <a:latin typeface="Trebuchet MS" pitchFamily="34" charset="0"/>
                </a:rPr>
                <a:t> </a:t>
              </a:r>
              <a:r>
                <a:rPr lang="en-US" sz="1364" i="0" dirty="0">
                  <a:latin typeface="Trebuchet MS" pitchFamily="34" charset="0"/>
                </a:rPr>
                <a:t>2007 template produces</a:t>
              </a:r>
              <a:r>
                <a:rPr lang="en-US" sz="1364" i="0" baseline="0" dirty="0">
                  <a:latin typeface="Trebuchet MS" pitchFamily="34" charset="0"/>
                </a:rPr>
                <a:t> </a:t>
              </a:r>
              <a:r>
                <a:rPr lang="en-US" sz="1364" i="0" dirty="0">
                  <a:latin typeface="Trebuchet MS" pitchFamily="34" charset="0"/>
                </a:rPr>
                <a:t>a 36”x48” presentation poster. </a:t>
              </a:r>
              <a:r>
                <a:rPr lang="en-US" sz="1364" dirty="0">
                  <a:latin typeface="Trebuchet MS" pitchFamily="34" charset="0"/>
                </a:rPr>
                <a:t>You</a:t>
              </a:r>
              <a:r>
                <a:rPr lang="en-US" sz="1364" baseline="0" dirty="0">
                  <a:latin typeface="Trebuchet MS" pitchFamily="34" charset="0"/>
                </a:rPr>
                <a:t> can u</a:t>
              </a:r>
              <a:r>
                <a:rPr lang="en-US" sz="1364" dirty="0">
                  <a:latin typeface="Trebuchet MS" pitchFamily="34" charset="0"/>
                </a:rPr>
                <a:t>se</a:t>
              </a:r>
              <a:r>
                <a:rPr lang="en-US" sz="1364" baseline="0" dirty="0">
                  <a:latin typeface="Trebuchet MS" pitchFamily="34" charset="0"/>
                </a:rPr>
                <a:t> it to create your research poster and </a:t>
              </a:r>
              <a:r>
                <a:rPr lang="en-US" sz="1364" dirty="0">
                  <a:latin typeface="Trebuchet MS" pitchFamily="34" charset="0"/>
                </a:rPr>
                <a:t>save valuable time placing titles, subtitles,</a:t>
              </a:r>
              <a:r>
                <a:rPr lang="en-US" sz="1364" baseline="0" dirty="0">
                  <a:latin typeface="Trebuchet MS" pitchFamily="34" charset="0"/>
                </a:rPr>
                <a:t> text, and graphics</a:t>
              </a:r>
              <a:r>
                <a:rPr lang="en-US" sz="1364" dirty="0">
                  <a:latin typeface="Trebuchet MS" pitchFamily="34" charset="0"/>
                </a:rPr>
                <a:t>. </a:t>
              </a:r>
            </a:p>
            <a:p>
              <a:pPr defTabSz="1834619"/>
              <a:endParaRPr lang="en-US" sz="1364" dirty="0">
                <a:latin typeface="Trebuchet MS" pitchFamily="34" charset="0"/>
              </a:endParaRPr>
            </a:p>
            <a:p>
              <a:pPr defTabSz="2138427"/>
              <a:r>
                <a:rPr lang="en-US" sz="1364" dirty="0">
                  <a:latin typeface="Trebuchet MS" pitchFamily="34" charset="0"/>
                </a:rPr>
                <a:t>We provide a series of online tutorials that will guide you through the poster design process and answer your poster production questions. To view our template tutorials, go online to </a:t>
              </a:r>
              <a:r>
                <a:rPr lang="en-US" sz="1364" b="1" dirty="0">
                  <a:solidFill>
                    <a:srgbClr val="FFC000"/>
                  </a:solidFill>
                  <a:latin typeface="Trebuchet MS" pitchFamily="34" charset="0"/>
                </a:rPr>
                <a:t>PosterPresentations.com</a:t>
              </a:r>
              <a:r>
                <a:rPr lang="en-US" sz="1364" b="1" dirty="0">
                  <a:solidFill>
                    <a:schemeClr val="bg1"/>
                  </a:solidFill>
                  <a:latin typeface="Trebuchet MS" pitchFamily="34" charset="0"/>
                </a:rPr>
                <a:t> </a:t>
              </a:r>
              <a:r>
                <a:rPr lang="en-US" sz="1364" dirty="0">
                  <a:solidFill>
                    <a:schemeClr val="bg1"/>
                  </a:solidFill>
                  <a:latin typeface="Trebuchet MS" pitchFamily="34" charset="0"/>
                </a:rPr>
                <a:t>and click on HELP DESK.</a:t>
              </a:r>
            </a:p>
            <a:p>
              <a:pPr defTabSz="2138427"/>
              <a:endParaRPr lang="en-US" sz="1364" dirty="0">
                <a:latin typeface="Trebuchet MS" pitchFamily="34" charset="0"/>
              </a:endParaRPr>
            </a:p>
            <a:p>
              <a:pPr defTabSz="2138427"/>
              <a:r>
                <a:rPr lang="en-US" sz="1364" dirty="0">
                  <a:solidFill>
                    <a:schemeClr val="bg1"/>
                  </a:solidFill>
                  <a:latin typeface="Trebuchet MS" pitchFamily="34" charset="0"/>
                </a:rPr>
                <a:t>When</a:t>
              </a:r>
              <a:r>
                <a:rPr lang="en-US" sz="1364" baseline="0" dirty="0">
                  <a:solidFill>
                    <a:schemeClr val="bg1"/>
                  </a:solidFill>
                  <a:latin typeface="Trebuchet MS" pitchFamily="34" charset="0"/>
                </a:rPr>
                <a:t> you are ready to print your poster</a:t>
              </a:r>
              <a:r>
                <a:rPr lang="en-US" sz="1364" dirty="0">
                  <a:solidFill>
                    <a:schemeClr val="bg1"/>
                  </a:solidFill>
                  <a:latin typeface="Trebuchet MS" pitchFamily="34" charset="0"/>
                </a:rPr>
                <a:t>,</a:t>
              </a:r>
              <a:r>
                <a:rPr lang="en-US" sz="1364" baseline="0" dirty="0">
                  <a:solidFill>
                    <a:schemeClr val="bg1"/>
                  </a:solidFill>
                  <a:latin typeface="Trebuchet MS" pitchFamily="34" charset="0"/>
                </a:rPr>
                <a:t> go online to </a:t>
              </a:r>
              <a:r>
                <a:rPr lang="en-US" sz="1364" b="0" dirty="0">
                  <a:solidFill>
                    <a:schemeClr val="bg1"/>
                  </a:solidFill>
                  <a:latin typeface="Trebuchet MS" pitchFamily="34" charset="0"/>
                </a:rPr>
                <a:t>PosterPresentations.com</a:t>
              </a:r>
              <a:br>
                <a:rPr lang="en-US" sz="1364" dirty="0">
                  <a:solidFill>
                    <a:schemeClr val="bg1"/>
                  </a:solidFill>
                  <a:latin typeface="Trebuchet MS" pitchFamily="34" charset="0"/>
                </a:rPr>
              </a:br>
              <a:endParaRPr lang="en-US" sz="1364" dirty="0">
                <a:solidFill>
                  <a:schemeClr val="bg1"/>
                </a:solidFill>
                <a:latin typeface="Trebuchet MS" pitchFamily="34" charset="0"/>
              </a:endParaRPr>
            </a:p>
            <a:p>
              <a:pPr algn="l" defTabSz="1834619"/>
              <a:r>
                <a:rPr lang="en-US" sz="1364" b="0" dirty="0">
                  <a:solidFill>
                    <a:schemeClr val="bg1"/>
                  </a:solidFill>
                  <a:latin typeface="Trebuchet MS" pitchFamily="34" charset="0"/>
                </a:rPr>
                <a:t>Need</a:t>
              </a:r>
              <a:r>
                <a:rPr lang="en-US" sz="1364" b="0" baseline="0" dirty="0">
                  <a:solidFill>
                    <a:schemeClr val="bg1"/>
                  </a:solidFill>
                  <a:latin typeface="Trebuchet MS" pitchFamily="34" charset="0"/>
                </a:rPr>
                <a:t> assistance? Call us at </a:t>
              </a:r>
              <a:r>
                <a:rPr lang="en-US" sz="1364" b="0" dirty="0">
                  <a:solidFill>
                    <a:srgbClr val="FFC000"/>
                  </a:solidFill>
                  <a:latin typeface="Trebuchet MS" pitchFamily="34" charset="0"/>
                </a:rPr>
                <a:t>1.510.649.3001</a:t>
              </a:r>
            </a:p>
            <a:p>
              <a:pPr algn="l" defTabSz="1834619"/>
              <a:endParaRPr lang="en-US" sz="1754" b="1" dirty="0">
                <a:solidFill>
                  <a:srgbClr val="FFFF00"/>
                </a:solidFill>
                <a:latin typeface="Trebuchet MS" pitchFamily="34" charset="0"/>
              </a:endParaRPr>
            </a:p>
            <a:p>
              <a:pPr algn="ctr"/>
              <a:endParaRPr lang="en-US" sz="1169" b="1" dirty="0">
                <a:solidFill>
                  <a:schemeClr val="bg1"/>
                </a:solidFill>
                <a:latin typeface="Trebuchet MS" pitchFamily="34" charset="0"/>
              </a:endParaRPr>
            </a:p>
            <a:p>
              <a:pPr algn="ctr"/>
              <a:r>
                <a:rPr lang="en-US" sz="1949" b="1" spc="292" dirty="0">
                  <a:solidFill>
                    <a:schemeClr val="bg1"/>
                  </a:solidFill>
                  <a:latin typeface="Trebuchet MS" pitchFamily="34" charset="0"/>
                </a:rPr>
                <a:t>QUICK START</a:t>
              </a:r>
            </a:p>
            <a:p>
              <a:pPr algn="ctr"/>
              <a:endParaRPr lang="en-US" sz="1559"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Zoom in and out</a:t>
              </a:r>
            </a:p>
            <a:p>
              <a:pPr marL="921929" indent="-921929" algn="l" defTabSz="414558"/>
              <a:r>
                <a:rPr lang="en-US" sz="1169" b="0" baseline="0" dirty="0">
                  <a:solidFill>
                    <a:schemeClr val="bg1"/>
                  </a:solidFill>
                  <a:latin typeface="Trebuchet MS" pitchFamily="34" charset="0"/>
                </a:rPr>
                <a:t>	</a:t>
              </a:r>
              <a:r>
                <a:rPr lang="en-US" sz="1169" b="0" baseline="0" dirty="0">
                  <a:solidFill>
                    <a:schemeClr val="bg1">
                      <a:lumMod val="75000"/>
                    </a:schemeClr>
                  </a:solidFill>
                  <a:latin typeface="Trebuchet MS" pitchFamily="34" charset="0"/>
                </a:rPr>
                <a:t>As you work on your poster zoom in and out to the level that is more comfortable to you. </a:t>
              </a:r>
            </a:p>
            <a:p>
              <a:pPr marL="921929" indent="-921929" algn="l" defTabSz="414558"/>
              <a:r>
                <a:rPr lang="en-US" sz="1169" b="1" baseline="0" dirty="0">
                  <a:solidFill>
                    <a:schemeClr val="bg1">
                      <a:lumMod val="75000"/>
                    </a:schemeClr>
                  </a:solidFill>
                  <a:latin typeface="Trebuchet MS" pitchFamily="34" charset="0"/>
                </a:rPr>
                <a:t>	</a:t>
              </a:r>
              <a:r>
                <a:rPr lang="en-US" sz="1169" b="0" baseline="0" dirty="0">
                  <a:solidFill>
                    <a:schemeClr val="bg1">
                      <a:lumMod val="75000"/>
                    </a:schemeClr>
                  </a:solidFill>
                  <a:latin typeface="Trebuchet MS" pitchFamily="34" charset="0"/>
                </a:rPr>
                <a:t>Go to VIEW &gt; ZOOM.</a:t>
              </a:r>
            </a:p>
            <a:p>
              <a:pPr algn="l"/>
              <a:endParaRPr lang="en-US" sz="1364" b="0"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Title, Authors, and Affiliations</a:t>
              </a:r>
            </a:p>
            <a:p>
              <a:pPr algn="l"/>
              <a:r>
                <a:rPr lang="en-US" sz="1169" b="0" baseline="0" dirty="0">
                  <a:solidFill>
                    <a:schemeClr val="bg1">
                      <a:lumMod val="75000"/>
                    </a:schemeClr>
                  </a:solidFill>
                  <a:latin typeface="Trebuchet MS" pitchFamily="34" charset="0"/>
                </a:rPr>
                <a:t>Start designing your poster by adding the title, the names of the authors, and the affiliated institutions. </a:t>
              </a:r>
              <a:r>
                <a:rPr lang="en-US" sz="1169"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1169" b="0" spc="0"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The font size of your title should be bigger than your name(s) and institution name(s).</a:t>
              </a:r>
            </a:p>
            <a:p>
              <a:pPr algn="l"/>
              <a:br>
                <a:rPr lang="en-US" sz="1364" b="1" baseline="0" dirty="0">
                  <a:solidFill>
                    <a:schemeClr val="bg1"/>
                  </a:solidFill>
                  <a:latin typeface="Trebuchet MS" pitchFamily="34" charset="0"/>
                </a:rPr>
              </a:br>
              <a:endParaRPr lang="en-US" sz="1364" b="1" dirty="0">
                <a:solidFill>
                  <a:schemeClr val="bg1"/>
                </a:solidFill>
                <a:latin typeface="Trebuchet MS" pitchFamily="34" charset="0"/>
              </a:endParaRPr>
            </a:p>
            <a:p>
              <a:pPr algn="ctr"/>
              <a:endParaRPr lang="en-US" sz="1364" b="1" dirty="0">
                <a:solidFill>
                  <a:srgbClr val="FFC000"/>
                </a:solidFill>
                <a:latin typeface="Trebuchet MS" pitchFamily="34" charset="0"/>
              </a:endParaRPr>
            </a:p>
            <a:p>
              <a:pPr algn="ctr"/>
              <a:endParaRPr lang="en-US" sz="1364" b="1" dirty="0">
                <a:solidFill>
                  <a:srgbClr val="FFC000"/>
                </a:solidFill>
                <a:latin typeface="Trebuchet MS" pitchFamily="34" charset="0"/>
              </a:endParaRPr>
            </a:p>
            <a:p>
              <a:pPr algn="ctr"/>
              <a:r>
                <a:rPr lang="en-US" sz="1559" b="1" dirty="0">
                  <a:solidFill>
                    <a:srgbClr val="FFC000"/>
                  </a:solidFill>
                  <a:latin typeface="Trebuchet MS" pitchFamily="34" charset="0"/>
                </a:rPr>
                <a:t>Adding Logos</a:t>
              </a:r>
              <a:r>
                <a:rPr lang="en-US" sz="1559" b="1" baseline="0" dirty="0">
                  <a:solidFill>
                    <a:srgbClr val="FFC000"/>
                  </a:solidFill>
                  <a:latin typeface="Trebuchet MS" pitchFamily="34" charset="0"/>
                </a:rPr>
                <a:t> / Seals</a:t>
              </a:r>
            </a:p>
            <a:p>
              <a:pPr algn="l"/>
              <a:r>
                <a:rPr lang="en-US" sz="1169"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1169" b="0" spc="146"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spc="0"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See if your school’s logo is available on our free poster templates page.</a:t>
              </a:r>
            </a:p>
            <a:p>
              <a:pPr algn="l"/>
              <a:endParaRPr lang="en-US" sz="1169" b="0" baseline="0" dirty="0">
                <a:latin typeface="Trebuchet MS" pitchFamily="34" charset="0"/>
              </a:endParaRPr>
            </a:p>
            <a:p>
              <a:pPr algn="ctr"/>
              <a:r>
                <a:rPr lang="en-US" sz="1559" b="1" baseline="0" dirty="0">
                  <a:solidFill>
                    <a:srgbClr val="FFC000"/>
                  </a:solidFill>
                  <a:latin typeface="Trebuchet MS" pitchFamily="34" charset="0"/>
                </a:rPr>
                <a:t>Photographs / Graphics</a:t>
              </a:r>
            </a:p>
            <a:p>
              <a:pPr algn="l" defTabSz="476433"/>
              <a:r>
                <a:rPr lang="en-US" sz="1169"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1169" b="0" spc="0" baseline="0" dirty="0">
                  <a:solidFill>
                    <a:schemeClr val="bg1">
                      <a:lumMod val="75000"/>
                    </a:schemeClr>
                  </a:solidFill>
                  <a:latin typeface="Trebuchet MS" pitchFamily="34" charset="0"/>
                </a:rPr>
                <a:t>disproportionally.</a:t>
              </a:r>
            </a:p>
            <a:p>
              <a:pPr algn="l" defTabSz="476433"/>
              <a:endParaRPr lang="en-US" sz="1169" b="0" baseline="0" dirty="0">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r>
                <a:rPr lang="en-US" sz="1559" b="1" baseline="0" dirty="0">
                  <a:solidFill>
                    <a:srgbClr val="FFC000"/>
                  </a:solidFill>
                  <a:latin typeface="Trebuchet MS" pitchFamily="34" charset="0"/>
                </a:rPr>
                <a:t>Image Quality Check</a:t>
              </a:r>
            </a:p>
            <a:p>
              <a:pPr lvl="0" algn="l" defTabSz="476433"/>
              <a:r>
                <a:rPr lang="en-US" sz="1169" b="0" baseline="0" dirty="0">
                  <a:solidFill>
                    <a:schemeClr val="bg1">
                      <a:lumMod val="75000"/>
                    </a:schemeClr>
                  </a:solidFill>
                  <a:latin typeface="Trebuchet MS" pitchFamily="34" charset="0"/>
                </a:rPr>
                <a:t>Zoom in and look at your images at 100% magnification. If they look good they will print well. </a:t>
              </a:r>
              <a:endParaRPr lang="en-US" sz="1364"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1"/>
              <a:ext cx="7531182" cy="2308031"/>
              <a:chOff x="-4470427" y="11016658"/>
              <a:chExt cx="3470785" cy="1060408"/>
            </a:xfrm>
          </p:grpSpPr>
          <p:grpSp>
            <p:nvGrpSpPr>
              <p:cNvPr id="65" name="Group 64"/>
              <p:cNvGrpSpPr/>
              <p:nvPr userDrawn="1"/>
            </p:nvGrpSpPr>
            <p:grpSpPr>
              <a:xfrm>
                <a:off x="-2783495" y="11060885"/>
                <a:ext cx="624431" cy="911073"/>
                <a:chOff x="-3958697" y="11117435"/>
                <a:chExt cx="779338" cy="1305562"/>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308819"/>
                </a:xfrm>
                <a:prstGeom prst="rect">
                  <a:avLst/>
                </a:prstGeom>
                <a:solidFill>
                  <a:schemeClr val="accent1"/>
                </a:solidFill>
                <a:ln>
                  <a:noFill/>
                </a:ln>
              </p:spPr>
              <p:txBody>
                <a:bodyPr wrap="square" lIns="91440" tIns="91440" rIns="91440" bIns="91440" rtlCol="0">
                  <a:spAutoFit/>
                </a:bodyPr>
                <a:lstStyle/>
                <a:p>
                  <a:pPr algn="ctr"/>
                  <a:r>
                    <a:rPr lang="en-US" sz="780" b="1" dirty="0">
                      <a:solidFill>
                        <a:schemeClr val="tx1"/>
                      </a:solidFill>
                    </a:rPr>
                    <a:t>ORIGINAL</a:t>
                  </a:r>
                </a:p>
              </p:txBody>
            </p:sp>
          </p:grpSp>
          <p:grpSp>
            <p:nvGrpSpPr>
              <p:cNvPr id="66" name="Group 65"/>
              <p:cNvGrpSpPr/>
              <p:nvPr userDrawn="1"/>
            </p:nvGrpSpPr>
            <p:grpSpPr>
              <a:xfrm>
                <a:off x="-2033159" y="11060891"/>
                <a:ext cx="1033517" cy="914555"/>
                <a:chOff x="-2921738" y="11200127"/>
                <a:chExt cx="1420279" cy="1256798"/>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81507"/>
                </a:xfrm>
                <a:prstGeom prst="rect">
                  <a:avLst/>
                </a:prstGeom>
                <a:solidFill>
                  <a:srgbClr val="FF0000"/>
                </a:solidFill>
              </p:spPr>
              <p:txBody>
                <a:bodyPr wrap="square" lIns="457200" tIns="91440" rIns="457200" bIns="91440" rtlCol="0">
                  <a:spAutoFit/>
                </a:bodyPr>
                <a:lstStyle/>
                <a:p>
                  <a:pPr algn="ctr"/>
                  <a:r>
                    <a:rPr lang="en-US" sz="682" b="1" dirty="0">
                      <a:solidFill>
                        <a:schemeClr val="bg1"/>
                      </a:solidFill>
                    </a:rPr>
                    <a:t>DISTORTED</a:t>
                  </a:r>
                  <a:endParaRPr lang="en-US" sz="341"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411421"/>
              </a:xfrm>
              <a:prstGeom prst="rect">
                <a:avLst/>
              </a:prstGeom>
              <a:noFill/>
            </p:spPr>
            <p:txBody>
              <a:bodyPr wrap="square" lIns="457200" tIns="457200" rIns="457200" bIns="0" rtlCol="0">
                <a:spAutoFit/>
              </a:bodyPr>
              <a:lstStyle/>
              <a:p>
                <a:pPr algn="ctr"/>
                <a:r>
                  <a:rPr lang="en-US" sz="780" dirty="0">
                    <a:solidFill>
                      <a:schemeClr val="bg1"/>
                    </a:solidFill>
                  </a:rPr>
                  <a:t>Corner</a:t>
                </a:r>
                <a:r>
                  <a:rPr lang="en-US" sz="780" baseline="0" dirty="0">
                    <a:solidFill>
                      <a:schemeClr val="bg1"/>
                    </a:solidFill>
                  </a:rPr>
                  <a:t> handles</a:t>
                </a:r>
                <a:endParaRPr lang="en-US" sz="780" dirty="0">
                  <a:solidFill>
                    <a:schemeClr val="bg1"/>
                  </a:solidFill>
                </a:endParaRPr>
              </a:p>
            </p:txBody>
          </p:sp>
        </p:grpSp>
        <p:grpSp>
          <p:nvGrpSpPr>
            <p:cNvPr id="60" name="Group 59"/>
            <p:cNvGrpSpPr/>
            <p:nvPr userDrawn="1"/>
          </p:nvGrpSpPr>
          <p:grpSpPr>
            <a:xfrm>
              <a:off x="-10383454" y="27751410"/>
              <a:ext cx="9292334" cy="2453251"/>
              <a:chOff x="-4747927" y="12734136"/>
              <a:chExt cx="4282421"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21994"/>
                <a:ext cx="1117601" cy="141886"/>
              </a:xfrm>
              <a:prstGeom prst="rect">
                <a:avLst/>
              </a:prstGeom>
              <a:noFill/>
            </p:spPr>
            <p:txBody>
              <a:bodyPr wrap="square" lIns="91440" tIns="91440" rIns="91440" bIns="0" rtlCol="0">
                <a:spAutoFit/>
              </a:bodyPr>
              <a:lstStyle/>
              <a:p>
                <a:pPr algn="ctr"/>
                <a:r>
                  <a:rPr lang="en-US" sz="780" dirty="0">
                    <a:solidFill>
                      <a:srgbClr val="92D050"/>
                    </a:solidFill>
                  </a:rPr>
                  <a:t>Good</a:t>
                </a:r>
                <a:r>
                  <a:rPr lang="en-US" sz="780" baseline="0" dirty="0">
                    <a:solidFill>
                      <a:srgbClr val="92D050"/>
                    </a:solidFill>
                  </a:rPr>
                  <a:t> </a:t>
                </a:r>
                <a:r>
                  <a:rPr lang="en-US" sz="780" baseline="0" dirty="0">
                    <a:solidFill>
                      <a:schemeClr val="bg1"/>
                    </a:solidFill>
                  </a:rPr>
                  <a:t>printing quality</a:t>
                </a:r>
                <a:endParaRPr lang="en-US" sz="780" dirty="0">
                  <a:solidFill>
                    <a:schemeClr val="bg1"/>
                  </a:solidFill>
                </a:endParaRPr>
              </a:p>
            </p:txBody>
          </p:sp>
          <p:sp>
            <p:nvSpPr>
              <p:cNvPr id="64" name="TextBox 63"/>
              <p:cNvSpPr txBox="1"/>
              <p:nvPr userDrawn="1"/>
            </p:nvSpPr>
            <p:spPr>
              <a:xfrm rot="16200000">
                <a:off x="-1095250" y="13231521"/>
                <a:ext cx="1117601" cy="141886"/>
              </a:xfrm>
              <a:prstGeom prst="rect">
                <a:avLst/>
              </a:prstGeom>
              <a:noFill/>
            </p:spPr>
            <p:txBody>
              <a:bodyPr wrap="square" lIns="91440" tIns="91440" rIns="91440" bIns="0" rtlCol="0">
                <a:spAutoFit/>
              </a:bodyPr>
              <a:lstStyle/>
              <a:p>
                <a:pPr algn="ctr"/>
                <a:r>
                  <a:rPr lang="en-US" sz="780" dirty="0">
                    <a:solidFill>
                      <a:srgbClr val="FF0000"/>
                    </a:solidFill>
                  </a:rPr>
                  <a:t>Bad </a:t>
                </a:r>
                <a:r>
                  <a:rPr lang="en-US" sz="780" dirty="0">
                    <a:solidFill>
                      <a:schemeClr val="bg1"/>
                    </a:solidFill>
                  </a:rPr>
                  <a:t>printing quality</a:t>
                </a:r>
              </a:p>
            </p:txBody>
          </p:sp>
        </p:grpSp>
      </p:grpSp>
      <p:sp>
        <p:nvSpPr>
          <p:cNvPr id="40" name="Text Box 14"/>
          <p:cNvSpPr txBox="1">
            <a:spLocks noChangeArrowheads="1"/>
          </p:cNvSpPr>
          <p:nvPr userDrawn="1"/>
        </p:nvSpPr>
        <p:spPr bwMode="auto">
          <a:xfrm>
            <a:off x="1081094" y="20992133"/>
            <a:ext cx="1734518" cy="166396"/>
          </a:xfrm>
          <a:prstGeom prst="rect">
            <a:avLst/>
          </a:prstGeom>
          <a:noFill/>
          <a:ln w="9525">
            <a:noFill/>
            <a:miter lim="800000"/>
            <a:headEnd/>
            <a:tailEnd/>
          </a:ln>
          <a:effectLst/>
        </p:spPr>
        <p:txBody>
          <a:bodyPr lIns="44463" tIns="22227" rIns="44463" bIns="22227">
            <a:spAutoFit/>
          </a:bodyPr>
          <a:lstStyle/>
          <a:p>
            <a:pPr eaLnBrk="0" hangingPunct="0">
              <a:lnSpc>
                <a:spcPct val="65000"/>
              </a:lnSpc>
              <a:spcBef>
                <a:spcPct val="50000"/>
              </a:spcBef>
              <a:defRPr/>
            </a:pPr>
            <a:r>
              <a:rPr lang="en-US" sz="244"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536"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2138272" rtl="0" eaLnBrk="1" latinLnBrk="0" hangingPunct="1">
        <a:spcBef>
          <a:spcPct val="0"/>
        </a:spcBef>
        <a:buNone/>
        <a:defRPr sz="4287" kern="1200">
          <a:solidFill>
            <a:schemeClr val="bg1"/>
          </a:solidFill>
          <a:latin typeface="Trebuchet MS" pitchFamily="34" charset="0"/>
          <a:ea typeface="+mj-ea"/>
          <a:cs typeface="+mj-cs"/>
        </a:defRPr>
      </a:lvl1pPr>
    </p:titleStyle>
    <p:bodyStyle>
      <a:lvl1pPr marL="801852" indent="-801852" algn="l" defTabSz="2138272" rtl="0" eaLnBrk="1" latinLnBrk="0" hangingPunct="1">
        <a:spcBef>
          <a:spcPct val="20000"/>
        </a:spcBef>
        <a:buFont typeface="Arial" pitchFamily="34" charset="0"/>
        <a:buChar char="•"/>
        <a:defRPr sz="7503" kern="1200">
          <a:solidFill>
            <a:schemeClr val="tx1"/>
          </a:solidFill>
          <a:latin typeface="+mn-lt"/>
          <a:ea typeface="+mn-ea"/>
          <a:cs typeface="+mn-cs"/>
        </a:defRPr>
      </a:lvl1pPr>
      <a:lvl2pPr marL="1737346" indent="-668210" algn="l" defTabSz="2138272" rtl="0" eaLnBrk="1" latinLnBrk="0" hangingPunct="1">
        <a:spcBef>
          <a:spcPct val="20000"/>
        </a:spcBef>
        <a:buFont typeface="Arial" pitchFamily="34" charset="0"/>
        <a:buChar char="–"/>
        <a:defRPr sz="6577" kern="1200">
          <a:solidFill>
            <a:schemeClr val="tx1"/>
          </a:solidFill>
          <a:latin typeface="+mn-lt"/>
          <a:ea typeface="+mn-ea"/>
          <a:cs typeface="+mn-cs"/>
        </a:defRPr>
      </a:lvl2pPr>
      <a:lvl3pPr marL="2672841" indent="-534569" algn="l" defTabSz="2138272" rtl="0" eaLnBrk="1" latinLnBrk="0" hangingPunct="1">
        <a:spcBef>
          <a:spcPct val="20000"/>
        </a:spcBef>
        <a:buFont typeface="Arial" pitchFamily="34" charset="0"/>
        <a:buChar char="•"/>
        <a:defRPr sz="5652" kern="1200">
          <a:solidFill>
            <a:schemeClr val="tx1"/>
          </a:solidFill>
          <a:latin typeface="+mn-lt"/>
          <a:ea typeface="+mn-ea"/>
          <a:cs typeface="+mn-cs"/>
        </a:defRPr>
      </a:lvl3pPr>
      <a:lvl4pPr marL="374197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4pPr>
      <a:lvl5pPr marL="4811113"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5pPr>
      <a:lvl6pPr marL="5880249"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6pPr>
      <a:lvl7pPr marL="6949385"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7pPr>
      <a:lvl8pPr marL="8018521"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8pPr>
      <a:lvl9pPr marL="908765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9pPr>
    </p:bodyStyle>
    <p:otherStyle>
      <a:defPPr>
        <a:defRPr lang="en-US"/>
      </a:defPPr>
      <a:lvl1pPr marL="0" algn="l" defTabSz="2138272" rtl="0" eaLnBrk="1" latinLnBrk="0" hangingPunct="1">
        <a:defRPr sz="4190" kern="1200">
          <a:solidFill>
            <a:schemeClr val="tx1"/>
          </a:solidFill>
          <a:latin typeface="+mn-lt"/>
          <a:ea typeface="+mn-ea"/>
          <a:cs typeface="+mn-cs"/>
        </a:defRPr>
      </a:lvl1pPr>
      <a:lvl2pPr marL="1069137" algn="l" defTabSz="2138272" rtl="0" eaLnBrk="1" latinLnBrk="0" hangingPunct="1">
        <a:defRPr sz="4190" kern="1200">
          <a:solidFill>
            <a:schemeClr val="tx1"/>
          </a:solidFill>
          <a:latin typeface="+mn-lt"/>
          <a:ea typeface="+mn-ea"/>
          <a:cs typeface="+mn-cs"/>
        </a:defRPr>
      </a:lvl2pPr>
      <a:lvl3pPr marL="2138272" algn="l" defTabSz="2138272" rtl="0" eaLnBrk="1" latinLnBrk="0" hangingPunct="1">
        <a:defRPr sz="4190" kern="1200">
          <a:solidFill>
            <a:schemeClr val="tx1"/>
          </a:solidFill>
          <a:latin typeface="+mn-lt"/>
          <a:ea typeface="+mn-ea"/>
          <a:cs typeface="+mn-cs"/>
        </a:defRPr>
      </a:lvl3pPr>
      <a:lvl4pPr marL="3207409" algn="l" defTabSz="2138272" rtl="0" eaLnBrk="1" latinLnBrk="0" hangingPunct="1">
        <a:defRPr sz="4190" kern="1200">
          <a:solidFill>
            <a:schemeClr val="tx1"/>
          </a:solidFill>
          <a:latin typeface="+mn-lt"/>
          <a:ea typeface="+mn-ea"/>
          <a:cs typeface="+mn-cs"/>
        </a:defRPr>
      </a:lvl4pPr>
      <a:lvl5pPr marL="4276545" algn="l" defTabSz="2138272" rtl="0" eaLnBrk="1" latinLnBrk="0" hangingPunct="1">
        <a:defRPr sz="4190" kern="1200">
          <a:solidFill>
            <a:schemeClr val="tx1"/>
          </a:solidFill>
          <a:latin typeface="+mn-lt"/>
          <a:ea typeface="+mn-ea"/>
          <a:cs typeface="+mn-cs"/>
        </a:defRPr>
      </a:lvl5pPr>
      <a:lvl6pPr marL="5345681" algn="l" defTabSz="2138272" rtl="0" eaLnBrk="1" latinLnBrk="0" hangingPunct="1">
        <a:defRPr sz="4190" kern="1200">
          <a:solidFill>
            <a:schemeClr val="tx1"/>
          </a:solidFill>
          <a:latin typeface="+mn-lt"/>
          <a:ea typeface="+mn-ea"/>
          <a:cs typeface="+mn-cs"/>
        </a:defRPr>
      </a:lvl6pPr>
      <a:lvl7pPr marL="6414818" algn="l" defTabSz="2138272" rtl="0" eaLnBrk="1" latinLnBrk="0" hangingPunct="1">
        <a:defRPr sz="4190" kern="1200">
          <a:solidFill>
            <a:schemeClr val="tx1"/>
          </a:solidFill>
          <a:latin typeface="+mn-lt"/>
          <a:ea typeface="+mn-ea"/>
          <a:cs typeface="+mn-cs"/>
        </a:defRPr>
      </a:lvl7pPr>
      <a:lvl8pPr marL="7483953" algn="l" defTabSz="2138272" rtl="0" eaLnBrk="1" latinLnBrk="0" hangingPunct="1">
        <a:defRPr sz="4190" kern="1200">
          <a:solidFill>
            <a:schemeClr val="tx1"/>
          </a:solidFill>
          <a:latin typeface="+mn-lt"/>
          <a:ea typeface="+mn-ea"/>
          <a:cs typeface="+mn-cs"/>
        </a:defRPr>
      </a:lvl8pPr>
      <a:lvl9pPr marL="8553090" algn="l" defTabSz="2138272" rtl="0" eaLnBrk="1" latinLnBrk="0" hangingPunct="1">
        <a:defRPr sz="419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1" y="0"/>
            <a:ext cx="30275213" cy="3118445"/>
          </a:xfrm>
          <a:prstGeom prst="rect">
            <a:avLst/>
          </a:prstGeom>
          <a:solidFill>
            <a:schemeClr val="accent5">
              <a:lumMod val="75000"/>
            </a:schemeClr>
          </a:solidFill>
          <a:ln w="9525">
            <a:solidFill>
              <a:schemeClr val="tx1"/>
            </a:solidFill>
            <a:miter lim="800000"/>
            <a:headEnd/>
            <a:tailEnd/>
          </a:ln>
          <a:effectLst/>
        </p:spPr>
        <p:txBody>
          <a:bodyPr wrap="none" lIns="44547" tIns="22273" rIns="44547" bIns="22273" anchor="ctr"/>
          <a:lstStyle/>
          <a:p>
            <a:pPr>
              <a:defRPr/>
            </a:pPr>
            <a:endParaRPr lang="en-US" sz="2818" dirty="0"/>
          </a:p>
        </p:txBody>
      </p:sp>
      <p:sp>
        <p:nvSpPr>
          <p:cNvPr id="9" name="Rectangle 9"/>
          <p:cNvSpPr>
            <a:spLocks noChangeArrowheads="1"/>
          </p:cNvSpPr>
          <p:nvPr/>
        </p:nvSpPr>
        <p:spPr bwMode="auto">
          <a:xfrm>
            <a:off x="1" y="3121540"/>
            <a:ext cx="30275213" cy="98998"/>
          </a:xfrm>
          <a:prstGeom prst="rect">
            <a:avLst/>
          </a:prstGeom>
          <a:solidFill>
            <a:schemeClr val="accent5">
              <a:lumMod val="50000"/>
            </a:schemeClr>
          </a:solidFill>
          <a:ln w="152400">
            <a:noFill/>
            <a:miter lim="800000"/>
            <a:headEnd/>
            <a:tailEnd/>
          </a:ln>
          <a:effectLst/>
        </p:spPr>
        <p:txBody>
          <a:bodyPr wrap="none" lIns="44547" tIns="22273" rIns="44547" bIns="22273" anchor="ctr"/>
          <a:lstStyle/>
          <a:p>
            <a:pPr>
              <a:defRPr/>
            </a:pPr>
            <a:endParaRPr lang="en-US" sz="2818" dirty="0"/>
          </a:p>
        </p:txBody>
      </p:sp>
      <p:sp>
        <p:nvSpPr>
          <p:cNvPr id="21" name="Rounded Rectangle 20"/>
          <p:cNvSpPr/>
          <p:nvPr userDrawn="1"/>
        </p:nvSpPr>
        <p:spPr>
          <a:xfrm>
            <a:off x="636209" y="3415440"/>
            <a:ext cx="6932595" cy="17368008"/>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2" name="Rounded Rectangle 21"/>
          <p:cNvSpPr/>
          <p:nvPr userDrawn="1"/>
        </p:nvSpPr>
        <p:spPr>
          <a:xfrm>
            <a:off x="22706411" y="3415440"/>
            <a:ext cx="6932595" cy="17368008"/>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3" name="Rounded Rectangle 22"/>
          <p:cNvSpPr/>
          <p:nvPr userDrawn="1"/>
        </p:nvSpPr>
        <p:spPr>
          <a:xfrm>
            <a:off x="7989840" y="3421628"/>
            <a:ext cx="14295534" cy="17368008"/>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grpSp>
        <p:nvGrpSpPr>
          <p:cNvPr id="43" name="Group 42"/>
          <p:cNvGrpSpPr/>
          <p:nvPr userDrawn="1"/>
        </p:nvGrpSpPr>
        <p:grpSpPr>
          <a:xfrm>
            <a:off x="30459135" y="-35769"/>
            <a:ext cx="7630428" cy="2141939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1949" b="1" spc="292" dirty="0">
                  <a:solidFill>
                    <a:schemeClr val="bg1"/>
                  </a:solidFill>
                  <a:latin typeface="Trebuchet MS" pitchFamily="34" charset="0"/>
                </a:rPr>
                <a:t>QUICK START (cont.)</a:t>
              </a:r>
            </a:p>
            <a:p>
              <a:pPr algn="ctr"/>
              <a:endParaRPr lang="en-US" sz="1754"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How to change the template color theme</a:t>
              </a:r>
            </a:p>
            <a:p>
              <a:pPr marL="0" marR="0" lvl="2" indent="0" algn="l" defTabSz="55687"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1169" b="0" spc="0" baseline="0" dirty="0">
                  <a:solidFill>
                    <a:schemeClr val="bg1">
                      <a:lumMod val="75000"/>
                    </a:schemeClr>
                  </a:solidFill>
                  <a:latin typeface="Trebuchet MS" pitchFamily="34" charset="0"/>
                </a:rPr>
                <a:t>also create your own color theme.</a:t>
              </a:r>
            </a:p>
            <a:p>
              <a:pPr marL="0" marR="0" lvl="2"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r>
                <a:rPr lang="en-US" sz="1169"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Text</a:t>
              </a:r>
            </a:p>
            <a:p>
              <a:pPr marL="1590946" lvl="2" indent="0" algn="l" defTabSz="55687"/>
              <a:r>
                <a:rPr lang="en-US" sz="1169"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739736" lvl="2"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 </a:t>
              </a:r>
              <a:r>
                <a:rPr kumimoji="0" lang="en-US" sz="1559"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1169" b="0" baseline="0" dirty="0">
                <a:solidFill>
                  <a:schemeClr val="bg1">
                    <a:lumMod val="75000"/>
                  </a:schemeClr>
                </a:solidFill>
                <a:latin typeface="Trebuchet MS" pitchFamily="34" charset="0"/>
              </a:endParaRPr>
            </a:p>
            <a:p>
              <a:pPr marL="739736" lvl="2"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Tables</a:t>
              </a:r>
            </a:p>
            <a:p>
              <a:pPr marL="843039" lvl="1" indent="0" algn="l" defTabSz="55687"/>
              <a:r>
                <a:rPr lang="en-US" sz="1169" b="0" baseline="0" dirty="0">
                  <a:solidFill>
                    <a:schemeClr val="bg1">
                      <a:lumMod val="75000"/>
                    </a:schemeClr>
                  </a:solidFill>
                  <a:latin typeface="Trebuchet MS" pitchFamily="34" charset="0"/>
                </a:rPr>
                <a:t>To add a table from scratch go to the INSERT menu and </a:t>
              </a:r>
              <a:br>
                <a:rPr lang="en-US" sz="1169" b="0" baseline="0" dirty="0">
                  <a:solidFill>
                    <a:schemeClr val="bg1">
                      <a:lumMod val="75000"/>
                    </a:schemeClr>
                  </a:solidFill>
                  <a:latin typeface="Trebuchet MS" pitchFamily="34" charset="0"/>
                </a:rPr>
              </a:br>
              <a:r>
                <a:rPr lang="en-US" sz="1169" b="0" baseline="0" dirty="0">
                  <a:solidFill>
                    <a:schemeClr val="bg1">
                      <a:lumMod val="75000"/>
                    </a:schemeClr>
                  </a:solidFill>
                  <a:latin typeface="Trebuchet MS" pitchFamily="34" charset="0"/>
                </a:rPr>
                <a:t>click on TABLE. A drop-down box will help you select rows and columns. </a:t>
              </a:r>
            </a:p>
            <a:p>
              <a:pPr marL="0" lvl="0" indent="0" algn="l" defTabSz="55687"/>
              <a:r>
                <a:rPr lang="en-US" sz="1169"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739736" rtl="0" eaLnBrk="1" fontAlgn="auto" latinLnBrk="0" hangingPunct="1">
                <a:lnSpc>
                  <a:spcPct val="100000"/>
                </a:lnSpc>
                <a:spcBef>
                  <a:spcPts val="0"/>
                </a:spcBef>
                <a:spcAft>
                  <a:spcPts val="0"/>
                </a:spcAft>
                <a:buClrTx/>
                <a:buSzTx/>
                <a:buFontTx/>
                <a:buNone/>
                <a:tabLst/>
                <a:defRPr/>
              </a:pPr>
              <a:endParaRPr kumimoji="0" lang="en-US" sz="1559"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364"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599843"/>
              </a:xfrm>
              <a:prstGeom prst="rect">
                <a:avLst/>
              </a:prstGeom>
              <a:noFill/>
              <a:ln>
                <a:noFill/>
              </a:ln>
            </p:spPr>
            <p:txBody>
              <a:bodyPr wrap="square" rtlCol="0">
                <a:spAutoFit/>
              </a:bodyPr>
              <a:lstStyle/>
              <a:p>
                <a:r>
                  <a:rPr lang="en-US" sz="1169" dirty="0">
                    <a:solidFill>
                      <a:schemeClr val="tx2"/>
                    </a:solidFill>
                    <a:latin typeface="Trebuchet MS" pitchFamily="34" charset="0"/>
                  </a:rPr>
                  <a:t>Student</a:t>
                </a:r>
                <a:r>
                  <a:rPr lang="en-US" sz="1169" baseline="0" dirty="0">
                    <a:solidFill>
                      <a:schemeClr val="tx2"/>
                    </a:solidFill>
                    <a:latin typeface="Trebuchet MS" pitchFamily="34" charset="0"/>
                  </a:rPr>
                  <a:t> discounts are available on our </a:t>
                </a:r>
                <a:r>
                  <a:rPr lang="en-US" sz="1169" baseline="0" dirty="0" err="1">
                    <a:solidFill>
                      <a:schemeClr val="tx2"/>
                    </a:solidFill>
                    <a:latin typeface="Trebuchet MS" pitchFamily="34" charset="0"/>
                  </a:rPr>
                  <a:t>Facebook</a:t>
                </a:r>
                <a:r>
                  <a:rPr lang="en-US" sz="1169" baseline="0" dirty="0">
                    <a:solidFill>
                      <a:schemeClr val="tx2"/>
                    </a:solidFill>
                    <a:latin typeface="Trebuchet MS" pitchFamily="34" charset="0"/>
                  </a:rPr>
                  <a:t> page.</a:t>
                </a:r>
                <a:br>
                  <a:rPr lang="en-US" sz="1169" baseline="0" dirty="0">
                    <a:solidFill>
                      <a:schemeClr val="tx2"/>
                    </a:solidFill>
                    <a:latin typeface="Trebuchet MS" pitchFamily="34" charset="0"/>
                  </a:rPr>
                </a:br>
                <a:r>
                  <a:rPr lang="en-US" sz="1169" baseline="0" dirty="0">
                    <a:solidFill>
                      <a:schemeClr val="tx2"/>
                    </a:solidFill>
                    <a:latin typeface="Trebuchet MS" pitchFamily="34" charset="0"/>
                  </a:rPr>
                  <a:t>Go to </a:t>
                </a:r>
                <a:r>
                  <a:rPr lang="en-US" sz="1169" u="sng" baseline="0" dirty="0">
                    <a:solidFill>
                      <a:schemeClr val="tx2"/>
                    </a:solidFill>
                    <a:latin typeface="Trebuchet MS" pitchFamily="34" charset="0"/>
                  </a:rPr>
                  <a:t>PosterPresentations.com</a:t>
                </a:r>
                <a:r>
                  <a:rPr lang="en-US" sz="1169" baseline="0" dirty="0">
                    <a:solidFill>
                      <a:schemeClr val="tx2"/>
                    </a:solidFill>
                    <a:latin typeface="Trebuchet MS" pitchFamily="34" charset="0"/>
                  </a:rPr>
                  <a:t> and click on the FB icon. </a:t>
                </a:r>
                <a:endParaRPr lang="en-US" sz="1169" dirty="0">
                  <a:solidFill>
                    <a:schemeClr val="tx2"/>
                  </a:solidFill>
                  <a:latin typeface="Trebuchet MS" pitchFamily="34" charset="0"/>
                </a:endParaRPr>
              </a:p>
            </p:txBody>
          </p:sp>
        </p:grpSp>
        <p:sp>
          <p:nvSpPr>
            <p:cNvPr id="49" name="TextBox 48"/>
            <p:cNvSpPr txBox="1"/>
            <p:nvPr userDrawn="1"/>
          </p:nvSpPr>
          <p:spPr>
            <a:xfrm>
              <a:off x="44262807" y="31169781"/>
              <a:ext cx="6870216" cy="1128071"/>
            </a:xfrm>
            <a:prstGeom prst="rect">
              <a:avLst/>
            </a:prstGeom>
            <a:noFill/>
          </p:spPr>
          <p:txBody>
            <a:bodyPr wrap="square" lIns="65304" tIns="32651" rIns="65304" bIns="32651" rtlCol="0">
              <a:spAutoFit/>
            </a:bodyPr>
            <a:lstStyle/>
            <a:p>
              <a:pPr>
                <a:lnSpc>
                  <a:spcPts val="1267"/>
                </a:lnSpc>
              </a:pPr>
              <a:r>
                <a:rPr lang="en-US" sz="1364" dirty="0">
                  <a:solidFill>
                    <a:schemeClr val="bg1"/>
                  </a:solidFill>
                </a:rPr>
                <a:t>© 2015</a:t>
              </a:r>
              <a:r>
                <a:rPr lang="en-US" sz="1364" baseline="0" dirty="0">
                  <a:solidFill>
                    <a:schemeClr val="bg1"/>
                  </a:solidFill>
                </a:rPr>
                <a:t> </a:t>
              </a:r>
              <a:r>
                <a:rPr lang="en-US" sz="1364" dirty="0">
                  <a:solidFill>
                    <a:schemeClr val="bg1"/>
                  </a:solidFill>
                </a:rPr>
                <a:t>PosterPresentations.com</a:t>
              </a:r>
              <a:br>
                <a:rPr lang="en-US" sz="1364" dirty="0">
                  <a:solidFill>
                    <a:schemeClr val="bg1"/>
                  </a:solidFill>
                </a:rPr>
              </a:br>
              <a:r>
                <a:rPr lang="en-US" sz="1364" dirty="0">
                  <a:solidFill>
                    <a:schemeClr val="bg1"/>
                  </a:solidFill>
                </a:rPr>
                <a:t>    </a:t>
              </a:r>
              <a:r>
                <a:rPr lang="en-US" sz="1169" dirty="0">
                  <a:solidFill>
                    <a:schemeClr val="bg1"/>
                  </a:solidFill>
                </a:rPr>
                <a:t>2117 Fourth Street ,</a:t>
              </a:r>
              <a:r>
                <a:rPr lang="en-US" sz="1169" baseline="0" dirty="0">
                  <a:solidFill>
                    <a:schemeClr val="bg1"/>
                  </a:solidFill>
                </a:rPr>
                <a:t> Unit C        </a:t>
              </a:r>
            </a:p>
            <a:p>
              <a:pPr>
                <a:lnSpc>
                  <a:spcPts val="1267"/>
                </a:lnSpc>
              </a:pPr>
              <a:r>
                <a:rPr lang="en-US" sz="1169" baseline="0" dirty="0">
                  <a:solidFill>
                    <a:schemeClr val="bg1"/>
                  </a:solidFill>
                </a:rPr>
                <a:t>     Berkeley CA </a:t>
              </a:r>
              <a:r>
                <a:rPr lang="en-US" sz="974" baseline="0" dirty="0">
                  <a:solidFill>
                    <a:schemeClr val="bg1"/>
                  </a:solidFill>
                </a:rPr>
                <a:t>94710</a:t>
              </a:r>
              <a:br>
                <a:rPr lang="en-US" sz="1169" baseline="0" dirty="0">
                  <a:solidFill>
                    <a:schemeClr val="bg1"/>
                  </a:solidFill>
                </a:rPr>
              </a:br>
              <a:r>
                <a:rPr lang="en-US" sz="1169" baseline="0" dirty="0">
                  <a:solidFill>
                    <a:schemeClr val="bg1"/>
                  </a:solidFill>
                </a:rPr>
                <a:t>    </a:t>
              </a:r>
              <a:r>
                <a:rPr lang="en-US" sz="1169" b="1" baseline="0" dirty="0">
                  <a:solidFill>
                    <a:srgbClr val="FFFF00"/>
                  </a:solidFill>
                </a:rPr>
                <a:t>posterpresenter@gmail.com</a:t>
              </a:r>
              <a:endParaRPr lang="en-US" sz="1364" b="1" dirty="0">
                <a:solidFill>
                  <a:srgbClr val="FFFF00"/>
                </a:solidFill>
              </a:endParaRPr>
            </a:p>
          </p:txBody>
        </p:sp>
      </p:grpSp>
      <p:grpSp>
        <p:nvGrpSpPr>
          <p:cNvPr id="53" name="Group 52"/>
          <p:cNvGrpSpPr/>
          <p:nvPr userDrawn="1"/>
        </p:nvGrpSpPr>
        <p:grpSpPr>
          <a:xfrm>
            <a:off x="-7742895" y="-1"/>
            <a:ext cx="7600578" cy="21383626"/>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739736" rtl="0" eaLnBrk="1" fontAlgn="auto" latinLnBrk="0" hangingPunct="1">
                <a:lnSpc>
                  <a:spcPct val="100000"/>
                </a:lnSpc>
                <a:spcBef>
                  <a:spcPts val="0"/>
                </a:spcBef>
                <a:spcAft>
                  <a:spcPts val="0"/>
                </a:spcAft>
                <a:buClrTx/>
                <a:buSzTx/>
                <a:buFontTx/>
                <a:buNone/>
                <a:tabLst/>
                <a:defRPr/>
              </a:pPr>
              <a:r>
                <a:rPr lang="en-US" sz="1559" b="1" spc="0" dirty="0">
                  <a:solidFill>
                    <a:srgbClr val="FF0000"/>
                  </a:solidFill>
                  <a:latin typeface="Trebuchet MS" pitchFamily="34" charset="0"/>
                </a:rPr>
                <a:t>(—THIS SIDEBAR DOES NOT PRINT—)</a:t>
              </a:r>
              <a:endParaRPr lang="en-US" sz="1559" b="1" spc="292" dirty="0">
                <a:solidFill>
                  <a:schemeClr val="bg1"/>
                </a:solidFill>
                <a:latin typeface="Trebuchet MS" pitchFamily="34" charset="0"/>
              </a:endParaRPr>
            </a:p>
            <a:p>
              <a:pPr algn="ctr"/>
              <a:r>
                <a:rPr lang="en-US" sz="1949" b="1" spc="292" dirty="0">
                  <a:solidFill>
                    <a:schemeClr val="bg1"/>
                  </a:solidFill>
                  <a:latin typeface="Trebuchet MS" pitchFamily="34" charset="0"/>
                </a:rPr>
                <a:t>DESIGN</a:t>
              </a:r>
              <a:r>
                <a:rPr lang="en-US" sz="1949" b="1" spc="292" baseline="0" dirty="0">
                  <a:solidFill>
                    <a:schemeClr val="bg1"/>
                  </a:solidFill>
                  <a:latin typeface="Trebuchet MS" pitchFamily="34" charset="0"/>
                </a:rPr>
                <a:t> </a:t>
              </a:r>
              <a:r>
                <a:rPr lang="en-US" sz="1949" b="1" spc="292" dirty="0">
                  <a:solidFill>
                    <a:schemeClr val="bg1"/>
                  </a:solidFill>
                  <a:latin typeface="Trebuchet MS" pitchFamily="34" charset="0"/>
                </a:rPr>
                <a:t>GUIDE</a:t>
              </a:r>
            </a:p>
            <a:p>
              <a:pPr algn="ctr"/>
              <a:endParaRPr lang="en-US" sz="1364" b="1" dirty="0">
                <a:latin typeface="Trebuchet MS" pitchFamily="34" charset="0"/>
              </a:endParaRPr>
            </a:p>
            <a:p>
              <a:pPr defTabSz="1834619"/>
              <a:r>
                <a:rPr lang="en-US" sz="1364" i="0" dirty="0">
                  <a:latin typeface="Trebuchet MS" pitchFamily="34" charset="0"/>
                </a:rPr>
                <a:t>This PowerPoint</a:t>
              </a:r>
              <a:r>
                <a:rPr lang="en-US" sz="1364" i="0" baseline="0" dirty="0">
                  <a:latin typeface="Trebuchet MS" pitchFamily="34" charset="0"/>
                </a:rPr>
                <a:t> </a:t>
              </a:r>
              <a:r>
                <a:rPr lang="en-US" sz="1364" i="0" dirty="0">
                  <a:latin typeface="Trebuchet MS" pitchFamily="34" charset="0"/>
                </a:rPr>
                <a:t>2007 template produces</a:t>
              </a:r>
              <a:r>
                <a:rPr lang="en-US" sz="1364" i="0" baseline="0" dirty="0">
                  <a:latin typeface="Trebuchet MS" pitchFamily="34" charset="0"/>
                </a:rPr>
                <a:t> </a:t>
              </a:r>
              <a:r>
                <a:rPr lang="en-US" sz="1364" i="0" dirty="0">
                  <a:latin typeface="Trebuchet MS" pitchFamily="34" charset="0"/>
                </a:rPr>
                <a:t>a 36”x48” presentation poster. </a:t>
              </a:r>
              <a:r>
                <a:rPr lang="en-US" sz="1364" dirty="0">
                  <a:latin typeface="Trebuchet MS" pitchFamily="34" charset="0"/>
                </a:rPr>
                <a:t>You</a:t>
              </a:r>
              <a:r>
                <a:rPr lang="en-US" sz="1364" baseline="0" dirty="0">
                  <a:latin typeface="Trebuchet MS" pitchFamily="34" charset="0"/>
                </a:rPr>
                <a:t> can u</a:t>
              </a:r>
              <a:r>
                <a:rPr lang="en-US" sz="1364" dirty="0">
                  <a:latin typeface="Trebuchet MS" pitchFamily="34" charset="0"/>
                </a:rPr>
                <a:t>se</a:t>
              </a:r>
              <a:r>
                <a:rPr lang="en-US" sz="1364" baseline="0" dirty="0">
                  <a:latin typeface="Trebuchet MS" pitchFamily="34" charset="0"/>
                </a:rPr>
                <a:t> it to create your research poster and </a:t>
              </a:r>
              <a:r>
                <a:rPr lang="en-US" sz="1364" dirty="0">
                  <a:latin typeface="Trebuchet MS" pitchFamily="34" charset="0"/>
                </a:rPr>
                <a:t>save valuable time placing titles, subtitles,</a:t>
              </a:r>
              <a:r>
                <a:rPr lang="en-US" sz="1364" baseline="0" dirty="0">
                  <a:latin typeface="Trebuchet MS" pitchFamily="34" charset="0"/>
                </a:rPr>
                <a:t> text, and graphics</a:t>
              </a:r>
              <a:r>
                <a:rPr lang="en-US" sz="1364" dirty="0">
                  <a:latin typeface="Trebuchet MS" pitchFamily="34" charset="0"/>
                </a:rPr>
                <a:t>. </a:t>
              </a:r>
            </a:p>
            <a:p>
              <a:pPr defTabSz="1834619"/>
              <a:endParaRPr lang="en-US" sz="1364" dirty="0">
                <a:latin typeface="Trebuchet MS" pitchFamily="34" charset="0"/>
              </a:endParaRPr>
            </a:p>
            <a:p>
              <a:pPr defTabSz="2138427"/>
              <a:r>
                <a:rPr lang="en-US" sz="1364" dirty="0">
                  <a:latin typeface="Trebuchet MS" pitchFamily="34" charset="0"/>
                </a:rPr>
                <a:t>We provide a series of online tutorials that will guide you through the poster design process and answer your poster production questions. To view our template tutorials, go online to </a:t>
              </a:r>
              <a:r>
                <a:rPr lang="en-US" sz="1364" b="1" dirty="0">
                  <a:solidFill>
                    <a:srgbClr val="FFC000"/>
                  </a:solidFill>
                  <a:latin typeface="Trebuchet MS" pitchFamily="34" charset="0"/>
                </a:rPr>
                <a:t>PosterPresentations.com</a:t>
              </a:r>
              <a:r>
                <a:rPr lang="en-US" sz="1364" b="1" dirty="0">
                  <a:solidFill>
                    <a:schemeClr val="bg1"/>
                  </a:solidFill>
                  <a:latin typeface="Trebuchet MS" pitchFamily="34" charset="0"/>
                </a:rPr>
                <a:t> </a:t>
              </a:r>
              <a:r>
                <a:rPr lang="en-US" sz="1364" dirty="0">
                  <a:solidFill>
                    <a:schemeClr val="bg1"/>
                  </a:solidFill>
                  <a:latin typeface="Trebuchet MS" pitchFamily="34" charset="0"/>
                </a:rPr>
                <a:t>and click on HELP DESK.</a:t>
              </a:r>
            </a:p>
            <a:p>
              <a:pPr defTabSz="2138427"/>
              <a:endParaRPr lang="en-US" sz="1364" dirty="0">
                <a:latin typeface="Trebuchet MS" pitchFamily="34" charset="0"/>
              </a:endParaRPr>
            </a:p>
            <a:p>
              <a:pPr defTabSz="2138427"/>
              <a:r>
                <a:rPr lang="en-US" sz="1364" dirty="0">
                  <a:solidFill>
                    <a:schemeClr val="bg1"/>
                  </a:solidFill>
                  <a:latin typeface="Trebuchet MS" pitchFamily="34" charset="0"/>
                </a:rPr>
                <a:t>When</a:t>
              </a:r>
              <a:r>
                <a:rPr lang="en-US" sz="1364" baseline="0" dirty="0">
                  <a:solidFill>
                    <a:schemeClr val="bg1"/>
                  </a:solidFill>
                  <a:latin typeface="Trebuchet MS" pitchFamily="34" charset="0"/>
                </a:rPr>
                <a:t> you are ready to print your poster</a:t>
              </a:r>
              <a:r>
                <a:rPr lang="en-US" sz="1364" dirty="0">
                  <a:solidFill>
                    <a:schemeClr val="bg1"/>
                  </a:solidFill>
                  <a:latin typeface="Trebuchet MS" pitchFamily="34" charset="0"/>
                </a:rPr>
                <a:t>,</a:t>
              </a:r>
              <a:r>
                <a:rPr lang="en-US" sz="1364" baseline="0" dirty="0">
                  <a:solidFill>
                    <a:schemeClr val="bg1"/>
                  </a:solidFill>
                  <a:latin typeface="Trebuchet MS" pitchFamily="34" charset="0"/>
                </a:rPr>
                <a:t> go online to </a:t>
              </a:r>
              <a:r>
                <a:rPr lang="en-US" sz="1364" b="0" dirty="0">
                  <a:solidFill>
                    <a:schemeClr val="bg1"/>
                  </a:solidFill>
                  <a:latin typeface="Trebuchet MS" pitchFamily="34" charset="0"/>
                </a:rPr>
                <a:t>PosterPresentations.com</a:t>
              </a:r>
              <a:br>
                <a:rPr lang="en-US" sz="1364" dirty="0">
                  <a:solidFill>
                    <a:schemeClr val="bg1"/>
                  </a:solidFill>
                  <a:latin typeface="Trebuchet MS" pitchFamily="34" charset="0"/>
                </a:rPr>
              </a:br>
              <a:endParaRPr lang="en-US" sz="1364" dirty="0">
                <a:solidFill>
                  <a:schemeClr val="bg1"/>
                </a:solidFill>
                <a:latin typeface="Trebuchet MS" pitchFamily="34" charset="0"/>
              </a:endParaRPr>
            </a:p>
            <a:p>
              <a:pPr algn="l" defTabSz="1834619"/>
              <a:r>
                <a:rPr lang="en-US" sz="1364" b="0" dirty="0">
                  <a:solidFill>
                    <a:schemeClr val="bg1"/>
                  </a:solidFill>
                  <a:latin typeface="Trebuchet MS" pitchFamily="34" charset="0"/>
                </a:rPr>
                <a:t>Need</a:t>
              </a:r>
              <a:r>
                <a:rPr lang="en-US" sz="1364" b="0" baseline="0" dirty="0">
                  <a:solidFill>
                    <a:schemeClr val="bg1"/>
                  </a:solidFill>
                  <a:latin typeface="Trebuchet MS" pitchFamily="34" charset="0"/>
                </a:rPr>
                <a:t> assistance? Call us at </a:t>
              </a:r>
              <a:r>
                <a:rPr lang="en-US" sz="1364" b="0" dirty="0">
                  <a:solidFill>
                    <a:srgbClr val="FFC000"/>
                  </a:solidFill>
                  <a:latin typeface="Trebuchet MS" pitchFamily="34" charset="0"/>
                </a:rPr>
                <a:t>1.510.649.3001</a:t>
              </a:r>
            </a:p>
            <a:p>
              <a:pPr algn="l" defTabSz="1834619"/>
              <a:endParaRPr lang="en-US" sz="1754" b="1" dirty="0">
                <a:solidFill>
                  <a:srgbClr val="FFFF00"/>
                </a:solidFill>
                <a:latin typeface="Trebuchet MS" pitchFamily="34" charset="0"/>
              </a:endParaRPr>
            </a:p>
            <a:p>
              <a:pPr algn="ctr"/>
              <a:endParaRPr lang="en-US" sz="1169" b="1" dirty="0">
                <a:solidFill>
                  <a:schemeClr val="bg1"/>
                </a:solidFill>
                <a:latin typeface="Trebuchet MS" pitchFamily="34" charset="0"/>
              </a:endParaRPr>
            </a:p>
            <a:p>
              <a:pPr algn="ctr"/>
              <a:r>
                <a:rPr lang="en-US" sz="1949" b="1" spc="292" dirty="0">
                  <a:solidFill>
                    <a:schemeClr val="bg1"/>
                  </a:solidFill>
                  <a:latin typeface="Trebuchet MS" pitchFamily="34" charset="0"/>
                </a:rPr>
                <a:t>QUICK START</a:t>
              </a:r>
            </a:p>
            <a:p>
              <a:pPr algn="ctr"/>
              <a:endParaRPr lang="en-US" sz="1559"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Zoom in and out</a:t>
              </a:r>
            </a:p>
            <a:p>
              <a:pPr marL="921929" indent="-921929" algn="l" defTabSz="414558"/>
              <a:r>
                <a:rPr lang="en-US" sz="1169" b="0" baseline="0" dirty="0">
                  <a:solidFill>
                    <a:schemeClr val="bg1"/>
                  </a:solidFill>
                  <a:latin typeface="Trebuchet MS" pitchFamily="34" charset="0"/>
                </a:rPr>
                <a:t>	</a:t>
              </a:r>
              <a:r>
                <a:rPr lang="en-US" sz="1169" b="0" baseline="0" dirty="0">
                  <a:solidFill>
                    <a:schemeClr val="bg1">
                      <a:lumMod val="75000"/>
                    </a:schemeClr>
                  </a:solidFill>
                  <a:latin typeface="Trebuchet MS" pitchFamily="34" charset="0"/>
                </a:rPr>
                <a:t>As you work on your poster zoom in and out to the level that is more comfortable to you. </a:t>
              </a:r>
            </a:p>
            <a:p>
              <a:pPr marL="921929" indent="-921929" algn="l" defTabSz="414558"/>
              <a:r>
                <a:rPr lang="en-US" sz="1169" b="1" baseline="0" dirty="0">
                  <a:solidFill>
                    <a:schemeClr val="bg1">
                      <a:lumMod val="75000"/>
                    </a:schemeClr>
                  </a:solidFill>
                  <a:latin typeface="Trebuchet MS" pitchFamily="34" charset="0"/>
                </a:rPr>
                <a:t>	</a:t>
              </a:r>
              <a:r>
                <a:rPr lang="en-US" sz="1169" b="0" baseline="0" dirty="0">
                  <a:solidFill>
                    <a:schemeClr val="bg1">
                      <a:lumMod val="75000"/>
                    </a:schemeClr>
                  </a:solidFill>
                  <a:latin typeface="Trebuchet MS" pitchFamily="34" charset="0"/>
                </a:rPr>
                <a:t>Go to VIEW &gt; ZOOM.</a:t>
              </a:r>
            </a:p>
            <a:p>
              <a:pPr algn="l"/>
              <a:endParaRPr lang="en-US" sz="1364" b="0"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Title, Authors, and Affiliations</a:t>
              </a:r>
            </a:p>
            <a:p>
              <a:pPr algn="l"/>
              <a:r>
                <a:rPr lang="en-US" sz="1169" b="0" baseline="0" dirty="0">
                  <a:solidFill>
                    <a:schemeClr val="bg1">
                      <a:lumMod val="75000"/>
                    </a:schemeClr>
                  </a:solidFill>
                  <a:latin typeface="Trebuchet MS" pitchFamily="34" charset="0"/>
                </a:rPr>
                <a:t>Start designing your poster by adding the title, the names of the authors, and the affiliated institutions. </a:t>
              </a:r>
              <a:r>
                <a:rPr lang="en-US" sz="1169"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1169" b="0" spc="0"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The font size of your title should be bigger than your name(s) and institution name(s).</a:t>
              </a:r>
            </a:p>
            <a:p>
              <a:pPr algn="l"/>
              <a:br>
                <a:rPr lang="en-US" sz="1364" b="1" baseline="0" dirty="0">
                  <a:solidFill>
                    <a:schemeClr val="bg1"/>
                  </a:solidFill>
                  <a:latin typeface="Trebuchet MS" pitchFamily="34" charset="0"/>
                </a:rPr>
              </a:br>
              <a:endParaRPr lang="en-US" sz="1364" b="1" dirty="0">
                <a:solidFill>
                  <a:schemeClr val="bg1"/>
                </a:solidFill>
                <a:latin typeface="Trebuchet MS" pitchFamily="34" charset="0"/>
              </a:endParaRPr>
            </a:p>
            <a:p>
              <a:pPr algn="ctr"/>
              <a:endParaRPr lang="en-US" sz="1364" b="1" dirty="0">
                <a:solidFill>
                  <a:srgbClr val="FFC000"/>
                </a:solidFill>
                <a:latin typeface="Trebuchet MS" pitchFamily="34" charset="0"/>
              </a:endParaRPr>
            </a:p>
            <a:p>
              <a:pPr algn="ctr"/>
              <a:endParaRPr lang="en-US" sz="1364" b="1" dirty="0">
                <a:solidFill>
                  <a:srgbClr val="FFC000"/>
                </a:solidFill>
                <a:latin typeface="Trebuchet MS" pitchFamily="34" charset="0"/>
              </a:endParaRPr>
            </a:p>
            <a:p>
              <a:pPr algn="ctr"/>
              <a:r>
                <a:rPr lang="en-US" sz="1559" b="1" dirty="0">
                  <a:solidFill>
                    <a:srgbClr val="FFC000"/>
                  </a:solidFill>
                  <a:latin typeface="Trebuchet MS" pitchFamily="34" charset="0"/>
                </a:rPr>
                <a:t>Adding Logos</a:t>
              </a:r>
              <a:r>
                <a:rPr lang="en-US" sz="1559" b="1" baseline="0" dirty="0">
                  <a:solidFill>
                    <a:srgbClr val="FFC000"/>
                  </a:solidFill>
                  <a:latin typeface="Trebuchet MS" pitchFamily="34" charset="0"/>
                </a:rPr>
                <a:t> / Seals</a:t>
              </a:r>
            </a:p>
            <a:p>
              <a:pPr algn="l"/>
              <a:r>
                <a:rPr lang="en-US" sz="1169"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1169" b="0" spc="146"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spc="0"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See if your school’s logo is available on our free poster templates page.</a:t>
              </a:r>
            </a:p>
            <a:p>
              <a:pPr algn="l"/>
              <a:endParaRPr lang="en-US" sz="1169" b="0" baseline="0" dirty="0">
                <a:latin typeface="Trebuchet MS" pitchFamily="34" charset="0"/>
              </a:endParaRPr>
            </a:p>
            <a:p>
              <a:pPr algn="ctr"/>
              <a:r>
                <a:rPr lang="en-US" sz="1559" b="1" baseline="0" dirty="0">
                  <a:solidFill>
                    <a:srgbClr val="FFC000"/>
                  </a:solidFill>
                  <a:latin typeface="Trebuchet MS" pitchFamily="34" charset="0"/>
                </a:rPr>
                <a:t>Photographs / Graphics</a:t>
              </a:r>
            </a:p>
            <a:p>
              <a:pPr algn="l" defTabSz="476433"/>
              <a:r>
                <a:rPr lang="en-US" sz="1169"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1169" b="0" spc="0" baseline="0" dirty="0">
                  <a:solidFill>
                    <a:schemeClr val="bg1">
                      <a:lumMod val="75000"/>
                    </a:schemeClr>
                  </a:solidFill>
                  <a:latin typeface="Trebuchet MS" pitchFamily="34" charset="0"/>
                </a:rPr>
                <a:t>disproportionally.</a:t>
              </a:r>
            </a:p>
            <a:p>
              <a:pPr algn="l" defTabSz="476433"/>
              <a:endParaRPr lang="en-US" sz="1169" b="0" baseline="0" dirty="0">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r>
                <a:rPr lang="en-US" sz="1559" b="1" baseline="0" dirty="0">
                  <a:solidFill>
                    <a:srgbClr val="FFC000"/>
                  </a:solidFill>
                  <a:latin typeface="Trebuchet MS" pitchFamily="34" charset="0"/>
                </a:rPr>
                <a:t>Image Quality Check</a:t>
              </a:r>
            </a:p>
            <a:p>
              <a:pPr lvl="0" algn="l" defTabSz="476433"/>
              <a:r>
                <a:rPr lang="en-US" sz="1169" b="0" baseline="0" dirty="0">
                  <a:solidFill>
                    <a:schemeClr val="bg1">
                      <a:lumMod val="75000"/>
                    </a:schemeClr>
                  </a:solidFill>
                  <a:latin typeface="Trebuchet MS" pitchFamily="34" charset="0"/>
                </a:rPr>
                <a:t>Zoom in and look at your images at 100% magnification. If they look good they will print well. </a:t>
              </a:r>
              <a:endParaRPr lang="en-US" sz="1364"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1"/>
              <a:ext cx="7531182" cy="2308031"/>
              <a:chOff x="-4470427" y="11016658"/>
              <a:chExt cx="3470785" cy="1060408"/>
            </a:xfrm>
          </p:grpSpPr>
          <p:grpSp>
            <p:nvGrpSpPr>
              <p:cNvPr id="64" name="Group 63"/>
              <p:cNvGrpSpPr/>
              <p:nvPr userDrawn="1"/>
            </p:nvGrpSpPr>
            <p:grpSpPr>
              <a:xfrm>
                <a:off x="-2783495" y="11060885"/>
                <a:ext cx="624431" cy="911073"/>
                <a:chOff x="-3958697" y="11117435"/>
                <a:chExt cx="779338" cy="1305562"/>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308819"/>
                </a:xfrm>
                <a:prstGeom prst="rect">
                  <a:avLst/>
                </a:prstGeom>
                <a:solidFill>
                  <a:schemeClr val="accent1"/>
                </a:solidFill>
                <a:ln>
                  <a:noFill/>
                </a:ln>
              </p:spPr>
              <p:txBody>
                <a:bodyPr wrap="square" lIns="91440" tIns="91440" rIns="91440" bIns="91440" rtlCol="0">
                  <a:spAutoFit/>
                </a:bodyPr>
                <a:lstStyle/>
                <a:p>
                  <a:pPr algn="ctr"/>
                  <a:r>
                    <a:rPr lang="en-US" sz="780" b="1" dirty="0">
                      <a:solidFill>
                        <a:schemeClr val="tx1"/>
                      </a:solidFill>
                    </a:rPr>
                    <a:t>ORIGINAL</a:t>
                  </a:r>
                </a:p>
              </p:txBody>
            </p:sp>
          </p:grpSp>
          <p:grpSp>
            <p:nvGrpSpPr>
              <p:cNvPr id="65" name="Group 64"/>
              <p:cNvGrpSpPr/>
              <p:nvPr userDrawn="1"/>
            </p:nvGrpSpPr>
            <p:grpSpPr>
              <a:xfrm>
                <a:off x="-2033159" y="11060891"/>
                <a:ext cx="1033517" cy="914555"/>
                <a:chOff x="-2921738" y="11200127"/>
                <a:chExt cx="1420279" cy="1256798"/>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81507"/>
                </a:xfrm>
                <a:prstGeom prst="rect">
                  <a:avLst/>
                </a:prstGeom>
                <a:solidFill>
                  <a:srgbClr val="FF0000"/>
                </a:solidFill>
              </p:spPr>
              <p:txBody>
                <a:bodyPr wrap="square" lIns="457200" tIns="91440" rIns="457200" bIns="91440" rtlCol="0">
                  <a:spAutoFit/>
                </a:bodyPr>
                <a:lstStyle/>
                <a:p>
                  <a:pPr algn="ctr"/>
                  <a:r>
                    <a:rPr lang="en-US" sz="682" b="1" dirty="0">
                      <a:solidFill>
                        <a:schemeClr val="bg1"/>
                      </a:solidFill>
                    </a:rPr>
                    <a:t>DISTORTED</a:t>
                  </a:r>
                  <a:endParaRPr lang="en-US" sz="341"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411421"/>
              </a:xfrm>
              <a:prstGeom prst="rect">
                <a:avLst/>
              </a:prstGeom>
              <a:noFill/>
            </p:spPr>
            <p:txBody>
              <a:bodyPr wrap="square" lIns="457200" tIns="457200" rIns="457200" bIns="0" rtlCol="0">
                <a:spAutoFit/>
              </a:bodyPr>
              <a:lstStyle/>
              <a:p>
                <a:pPr algn="ctr"/>
                <a:r>
                  <a:rPr lang="en-US" sz="780" dirty="0">
                    <a:solidFill>
                      <a:schemeClr val="bg1"/>
                    </a:solidFill>
                  </a:rPr>
                  <a:t>Corner</a:t>
                </a:r>
                <a:r>
                  <a:rPr lang="en-US" sz="780" baseline="0" dirty="0">
                    <a:solidFill>
                      <a:schemeClr val="bg1"/>
                    </a:solidFill>
                  </a:rPr>
                  <a:t> handles</a:t>
                </a:r>
                <a:endParaRPr lang="en-US" sz="780" dirty="0">
                  <a:solidFill>
                    <a:schemeClr val="bg1"/>
                  </a:solidFill>
                </a:endParaRPr>
              </a:p>
            </p:txBody>
          </p:sp>
        </p:grpSp>
        <p:grpSp>
          <p:nvGrpSpPr>
            <p:cNvPr id="59" name="Group 58"/>
            <p:cNvGrpSpPr/>
            <p:nvPr userDrawn="1"/>
          </p:nvGrpSpPr>
          <p:grpSpPr>
            <a:xfrm>
              <a:off x="-10383454" y="27751410"/>
              <a:ext cx="9292334" cy="2453251"/>
              <a:chOff x="-4747927" y="12734136"/>
              <a:chExt cx="4282421"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21994"/>
                <a:ext cx="1117601" cy="141886"/>
              </a:xfrm>
              <a:prstGeom prst="rect">
                <a:avLst/>
              </a:prstGeom>
              <a:noFill/>
            </p:spPr>
            <p:txBody>
              <a:bodyPr wrap="square" lIns="91440" tIns="91440" rIns="91440" bIns="0" rtlCol="0">
                <a:spAutoFit/>
              </a:bodyPr>
              <a:lstStyle/>
              <a:p>
                <a:pPr algn="ctr"/>
                <a:r>
                  <a:rPr lang="en-US" sz="780" dirty="0">
                    <a:solidFill>
                      <a:srgbClr val="92D050"/>
                    </a:solidFill>
                  </a:rPr>
                  <a:t>Good</a:t>
                </a:r>
                <a:r>
                  <a:rPr lang="en-US" sz="780" baseline="0" dirty="0">
                    <a:solidFill>
                      <a:srgbClr val="92D050"/>
                    </a:solidFill>
                  </a:rPr>
                  <a:t> </a:t>
                </a:r>
                <a:r>
                  <a:rPr lang="en-US" sz="780" baseline="0" dirty="0">
                    <a:solidFill>
                      <a:schemeClr val="bg1"/>
                    </a:solidFill>
                  </a:rPr>
                  <a:t>printing quality</a:t>
                </a:r>
                <a:endParaRPr lang="en-US" sz="780" dirty="0">
                  <a:solidFill>
                    <a:schemeClr val="bg1"/>
                  </a:solidFill>
                </a:endParaRPr>
              </a:p>
            </p:txBody>
          </p:sp>
          <p:sp>
            <p:nvSpPr>
              <p:cNvPr id="63" name="TextBox 62"/>
              <p:cNvSpPr txBox="1"/>
              <p:nvPr userDrawn="1"/>
            </p:nvSpPr>
            <p:spPr>
              <a:xfrm rot="16200000">
                <a:off x="-1095250" y="13231521"/>
                <a:ext cx="1117601" cy="141886"/>
              </a:xfrm>
              <a:prstGeom prst="rect">
                <a:avLst/>
              </a:prstGeom>
              <a:noFill/>
            </p:spPr>
            <p:txBody>
              <a:bodyPr wrap="square" lIns="91440" tIns="91440" rIns="91440" bIns="0" rtlCol="0">
                <a:spAutoFit/>
              </a:bodyPr>
              <a:lstStyle/>
              <a:p>
                <a:pPr algn="ctr"/>
                <a:r>
                  <a:rPr lang="en-US" sz="780" dirty="0">
                    <a:solidFill>
                      <a:srgbClr val="FF0000"/>
                    </a:solidFill>
                  </a:rPr>
                  <a:t>Bad </a:t>
                </a:r>
                <a:r>
                  <a:rPr lang="en-US" sz="780" dirty="0">
                    <a:solidFill>
                      <a:schemeClr val="bg1"/>
                    </a:solidFill>
                  </a:rPr>
                  <a:t>printing quality</a:t>
                </a:r>
              </a:p>
            </p:txBody>
          </p:sp>
        </p:grpSp>
      </p:grpSp>
      <p:sp>
        <p:nvSpPr>
          <p:cNvPr id="38" name="Text Box 14"/>
          <p:cNvSpPr txBox="1">
            <a:spLocks noChangeArrowheads="1"/>
          </p:cNvSpPr>
          <p:nvPr userDrawn="1"/>
        </p:nvSpPr>
        <p:spPr bwMode="auto">
          <a:xfrm>
            <a:off x="1081094" y="20992133"/>
            <a:ext cx="1734518" cy="166396"/>
          </a:xfrm>
          <a:prstGeom prst="rect">
            <a:avLst/>
          </a:prstGeom>
          <a:noFill/>
          <a:ln w="9525">
            <a:noFill/>
            <a:miter lim="800000"/>
            <a:headEnd/>
            <a:tailEnd/>
          </a:ln>
          <a:effectLst/>
        </p:spPr>
        <p:txBody>
          <a:bodyPr lIns="44463" tIns="22227" rIns="44463" bIns="22227">
            <a:spAutoFit/>
          </a:bodyPr>
          <a:lstStyle/>
          <a:p>
            <a:pPr eaLnBrk="0" hangingPunct="0">
              <a:lnSpc>
                <a:spcPct val="65000"/>
              </a:lnSpc>
              <a:spcBef>
                <a:spcPct val="50000"/>
              </a:spcBef>
              <a:defRPr/>
            </a:pPr>
            <a:r>
              <a:rPr lang="en-US" sz="244"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536"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2138272" rtl="0" eaLnBrk="1" latinLnBrk="0" hangingPunct="1">
        <a:spcBef>
          <a:spcPct val="0"/>
        </a:spcBef>
        <a:buNone/>
        <a:defRPr sz="4287" kern="1200">
          <a:solidFill>
            <a:schemeClr val="bg1"/>
          </a:solidFill>
          <a:latin typeface="Trebuchet MS" pitchFamily="34" charset="0"/>
          <a:ea typeface="+mj-ea"/>
          <a:cs typeface="+mj-cs"/>
        </a:defRPr>
      </a:lvl1pPr>
    </p:titleStyle>
    <p:bodyStyle>
      <a:lvl1pPr marL="801852" indent="-801852" algn="l" defTabSz="2138272" rtl="0" eaLnBrk="1" latinLnBrk="0" hangingPunct="1">
        <a:spcBef>
          <a:spcPct val="20000"/>
        </a:spcBef>
        <a:buFont typeface="Arial" pitchFamily="34" charset="0"/>
        <a:buChar char="•"/>
        <a:defRPr sz="7503" kern="1200">
          <a:solidFill>
            <a:schemeClr val="tx1"/>
          </a:solidFill>
          <a:latin typeface="+mn-lt"/>
          <a:ea typeface="+mn-ea"/>
          <a:cs typeface="+mn-cs"/>
        </a:defRPr>
      </a:lvl1pPr>
      <a:lvl2pPr marL="1737346" indent="-668210" algn="l" defTabSz="2138272" rtl="0" eaLnBrk="1" latinLnBrk="0" hangingPunct="1">
        <a:spcBef>
          <a:spcPct val="20000"/>
        </a:spcBef>
        <a:buFont typeface="Arial" pitchFamily="34" charset="0"/>
        <a:buChar char="–"/>
        <a:defRPr sz="6577" kern="1200">
          <a:solidFill>
            <a:schemeClr val="tx1"/>
          </a:solidFill>
          <a:latin typeface="+mn-lt"/>
          <a:ea typeface="+mn-ea"/>
          <a:cs typeface="+mn-cs"/>
        </a:defRPr>
      </a:lvl2pPr>
      <a:lvl3pPr marL="2672841" indent="-534569" algn="l" defTabSz="2138272" rtl="0" eaLnBrk="1" latinLnBrk="0" hangingPunct="1">
        <a:spcBef>
          <a:spcPct val="20000"/>
        </a:spcBef>
        <a:buFont typeface="Arial" pitchFamily="34" charset="0"/>
        <a:buChar char="•"/>
        <a:defRPr sz="5652" kern="1200">
          <a:solidFill>
            <a:schemeClr val="tx1"/>
          </a:solidFill>
          <a:latin typeface="+mn-lt"/>
          <a:ea typeface="+mn-ea"/>
          <a:cs typeface="+mn-cs"/>
        </a:defRPr>
      </a:lvl3pPr>
      <a:lvl4pPr marL="374197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4pPr>
      <a:lvl5pPr marL="4811113"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5pPr>
      <a:lvl6pPr marL="5880249"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6pPr>
      <a:lvl7pPr marL="6949385"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7pPr>
      <a:lvl8pPr marL="8018521"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8pPr>
      <a:lvl9pPr marL="908765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9pPr>
    </p:bodyStyle>
    <p:otherStyle>
      <a:defPPr>
        <a:defRPr lang="en-US"/>
      </a:defPPr>
      <a:lvl1pPr marL="0" algn="l" defTabSz="2138272" rtl="0" eaLnBrk="1" latinLnBrk="0" hangingPunct="1">
        <a:defRPr sz="4190" kern="1200">
          <a:solidFill>
            <a:schemeClr val="tx1"/>
          </a:solidFill>
          <a:latin typeface="+mn-lt"/>
          <a:ea typeface="+mn-ea"/>
          <a:cs typeface="+mn-cs"/>
        </a:defRPr>
      </a:lvl1pPr>
      <a:lvl2pPr marL="1069137" algn="l" defTabSz="2138272" rtl="0" eaLnBrk="1" latinLnBrk="0" hangingPunct="1">
        <a:defRPr sz="4190" kern="1200">
          <a:solidFill>
            <a:schemeClr val="tx1"/>
          </a:solidFill>
          <a:latin typeface="+mn-lt"/>
          <a:ea typeface="+mn-ea"/>
          <a:cs typeface="+mn-cs"/>
        </a:defRPr>
      </a:lvl2pPr>
      <a:lvl3pPr marL="2138272" algn="l" defTabSz="2138272" rtl="0" eaLnBrk="1" latinLnBrk="0" hangingPunct="1">
        <a:defRPr sz="4190" kern="1200">
          <a:solidFill>
            <a:schemeClr val="tx1"/>
          </a:solidFill>
          <a:latin typeface="+mn-lt"/>
          <a:ea typeface="+mn-ea"/>
          <a:cs typeface="+mn-cs"/>
        </a:defRPr>
      </a:lvl3pPr>
      <a:lvl4pPr marL="3207409" algn="l" defTabSz="2138272" rtl="0" eaLnBrk="1" latinLnBrk="0" hangingPunct="1">
        <a:defRPr sz="4190" kern="1200">
          <a:solidFill>
            <a:schemeClr val="tx1"/>
          </a:solidFill>
          <a:latin typeface="+mn-lt"/>
          <a:ea typeface="+mn-ea"/>
          <a:cs typeface="+mn-cs"/>
        </a:defRPr>
      </a:lvl4pPr>
      <a:lvl5pPr marL="4276545" algn="l" defTabSz="2138272" rtl="0" eaLnBrk="1" latinLnBrk="0" hangingPunct="1">
        <a:defRPr sz="4190" kern="1200">
          <a:solidFill>
            <a:schemeClr val="tx1"/>
          </a:solidFill>
          <a:latin typeface="+mn-lt"/>
          <a:ea typeface="+mn-ea"/>
          <a:cs typeface="+mn-cs"/>
        </a:defRPr>
      </a:lvl5pPr>
      <a:lvl6pPr marL="5345681" algn="l" defTabSz="2138272" rtl="0" eaLnBrk="1" latinLnBrk="0" hangingPunct="1">
        <a:defRPr sz="4190" kern="1200">
          <a:solidFill>
            <a:schemeClr val="tx1"/>
          </a:solidFill>
          <a:latin typeface="+mn-lt"/>
          <a:ea typeface="+mn-ea"/>
          <a:cs typeface="+mn-cs"/>
        </a:defRPr>
      </a:lvl6pPr>
      <a:lvl7pPr marL="6414818" algn="l" defTabSz="2138272" rtl="0" eaLnBrk="1" latinLnBrk="0" hangingPunct="1">
        <a:defRPr sz="4190" kern="1200">
          <a:solidFill>
            <a:schemeClr val="tx1"/>
          </a:solidFill>
          <a:latin typeface="+mn-lt"/>
          <a:ea typeface="+mn-ea"/>
          <a:cs typeface="+mn-cs"/>
        </a:defRPr>
      </a:lvl7pPr>
      <a:lvl8pPr marL="7483953" algn="l" defTabSz="2138272" rtl="0" eaLnBrk="1" latinLnBrk="0" hangingPunct="1">
        <a:defRPr sz="4190" kern="1200">
          <a:solidFill>
            <a:schemeClr val="tx1"/>
          </a:solidFill>
          <a:latin typeface="+mn-lt"/>
          <a:ea typeface="+mn-ea"/>
          <a:cs typeface="+mn-cs"/>
        </a:defRPr>
      </a:lvl8pPr>
      <a:lvl9pPr marL="8553090" algn="l" defTabSz="2138272" rtl="0" eaLnBrk="1" latinLnBrk="0" hangingPunct="1">
        <a:defRPr sz="419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5367" y="178403"/>
            <a:ext cx="5676602" cy="74248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15367" y="1039484"/>
            <a:ext cx="5676602" cy="29400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15367" y="4129054"/>
            <a:ext cx="1471712" cy="237183"/>
          </a:xfrm>
          <a:prstGeom prst="rect">
            <a:avLst/>
          </a:prstGeom>
        </p:spPr>
        <p:txBody>
          <a:bodyPr vert="horz" lIns="91440" tIns="45720" rIns="91440" bIns="45720" rtlCol="0" anchor="ctr"/>
          <a:lstStyle>
            <a:lvl1pPr algn="l">
              <a:defRPr sz="780">
                <a:solidFill>
                  <a:schemeClr val="tx1">
                    <a:tint val="75000"/>
                  </a:schemeClr>
                </a:solidFill>
              </a:defRPr>
            </a:lvl1pPr>
          </a:lstStyle>
          <a:p>
            <a:fld id="{1D8BD707-D9CF-40AE-B4C6-C98DA3205C09}" type="datetimeFigureOut">
              <a:rPr lang="en-US" smtClean="0"/>
              <a:pPr/>
              <a:t>11/23/2025</a:t>
            </a:fld>
            <a:endParaRPr lang="en-US"/>
          </a:p>
        </p:txBody>
      </p:sp>
      <p:sp>
        <p:nvSpPr>
          <p:cNvPr id="5" name="Footer Placeholder 4"/>
          <p:cNvSpPr>
            <a:spLocks noGrp="1"/>
          </p:cNvSpPr>
          <p:nvPr>
            <p:ph type="ftr" sz="quarter" idx="3"/>
          </p:nvPr>
        </p:nvSpPr>
        <p:spPr>
          <a:xfrm>
            <a:off x="2155007" y="4129054"/>
            <a:ext cx="1997323" cy="237183"/>
          </a:xfrm>
          <a:prstGeom prst="rect">
            <a:avLst/>
          </a:prstGeom>
        </p:spPr>
        <p:txBody>
          <a:bodyPr vert="horz" lIns="91440" tIns="45720" rIns="91440" bIns="45720" rtlCol="0" anchor="ctr"/>
          <a:lstStyle>
            <a:lvl1pPr algn="ctr">
              <a:defRPr sz="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520257" y="4129054"/>
            <a:ext cx="1471712" cy="237183"/>
          </a:xfrm>
          <a:prstGeom prst="rect">
            <a:avLst/>
          </a:prstGeom>
        </p:spPr>
        <p:txBody>
          <a:bodyPr vert="horz" lIns="91440" tIns="45720" rIns="91440" bIns="45720" rtlCol="0" anchor="ctr"/>
          <a:lstStyle>
            <a:lvl1pPr algn="r">
              <a:defRPr sz="78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1067788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593990" rtl="0" eaLnBrk="1" latinLnBrk="0" hangingPunct="1">
        <a:spcBef>
          <a:spcPct val="0"/>
        </a:spcBef>
        <a:buNone/>
        <a:defRPr sz="2858" kern="1200">
          <a:solidFill>
            <a:schemeClr val="tx1"/>
          </a:solidFill>
          <a:latin typeface="+mj-lt"/>
          <a:ea typeface="+mj-ea"/>
          <a:cs typeface="+mj-cs"/>
        </a:defRPr>
      </a:lvl1pPr>
    </p:titleStyle>
    <p:bodyStyle>
      <a:lvl1pPr marL="222747" indent="-222747" algn="l" defTabSz="593990" rtl="0" eaLnBrk="1" latinLnBrk="0" hangingPunct="1">
        <a:spcBef>
          <a:spcPct val="20000"/>
        </a:spcBef>
        <a:buFont typeface="Arial" pitchFamily="34" charset="0"/>
        <a:buChar char="•"/>
        <a:defRPr sz="2079" kern="1200">
          <a:solidFill>
            <a:schemeClr val="tx1"/>
          </a:solidFill>
          <a:latin typeface="+mn-lt"/>
          <a:ea typeface="+mn-ea"/>
          <a:cs typeface="+mn-cs"/>
        </a:defRPr>
      </a:lvl1pPr>
      <a:lvl2pPr marL="482617" indent="-185622" algn="l" defTabSz="593990" rtl="0" eaLnBrk="1" latinLnBrk="0" hangingPunct="1">
        <a:spcBef>
          <a:spcPct val="20000"/>
        </a:spcBef>
        <a:buFont typeface="Arial" pitchFamily="34" charset="0"/>
        <a:buChar char="–"/>
        <a:defRPr sz="1819" kern="1200">
          <a:solidFill>
            <a:schemeClr val="tx1"/>
          </a:solidFill>
          <a:latin typeface="+mn-lt"/>
          <a:ea typeface="+mn-ea"/>
          <a:cs typeface="+mn-cs"/>
        </a:defRPr>
      </a:lvl2pPr>
      <a:lvl3pPr marL="742489" indent="-148498" algn="l" defTabSz="593990" rtl="0" eaLnBrk="1" latinLnBrk="0" hangingPunct="1">
        <a:spcBef>
          <a:spcPct val="20000"/>
        </a:spcBef>
        <a:buFont typeface="Arial" pitchFamily="34" charset="0"/>
        <a:buChar char="•"/>
        <a:defRPr sz="1559" kern="1200">
          <a:solidFill>
            <a:schemeClr val="tx1"/>
          </a:solidFill>
          <a:latin typeface="+mn-lt"/>
          <a:ea typeface="+mn-ea"/>
          <a:cs typeface="+mn-cs"/>
        </a:defRPr>
      </a:lvl3pPr>
      <a:lvl4pPr marL="1039484"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4pPr>
      <a:lvl5pPr marL="1336479"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5pPr>
      <a:lvl6pPr marL="1633474"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6pPr>
      <a:lvl7pPr marL="1930470"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7pPr>
      <a:lvl8pPr marL="2227465"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8pPr>
      <a:lvl9pPr marL="2524461"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9pPr>
    </p:bodyStyle>
    <p:otherStyle>
      <a:defPPr>
        <a:defRPr lang="en-US"/>
      </a:defPPr>
      <a:lvl1pPr marL="0" algn="l" defTabSz="593990" rtl="0" eaLnBrk="1" latinLnBrk="0" hangingPunct="1">
        <a:defRPr sz="1169" kern="1200">
          <a:solidFill>
            <a:schemeClr val="tx1"/>
          </a:solidFill>
          <a:latin typeface="+mn-lt"/>
          <a:ea typeface="+mn-ea"/>
          <a:cs typeface="+mn-cs"/>
        </a:defRPr>
      </a:lvl1pPr>
      <a:lvl2pPr marL="296995" algn="l" defTabSz="593990" rtl="0" eaLnBrk="1" latinLnBrk="0" hangingPunct="1">
        <a:defRPr sz="1169" kern="1200">
          <a:solidFill>
            <a:schemeClr val="tx1"/>
          </a:solidFill>
          <a:latin typeface="+mn-lt"/>
          <a:ea typeface="+mn-ea"/>
          <a:cs typeface="+mn-cs"/>
        </a:defRPr>
      </a:lvl2pPr>
      <a:lvl3pPr marL="593990" algn="l" defTabSz="593990" rtl="0" eaLnBrk="1" latinLnBrk="0" hangingPunct="1">
        <a:defRPr sz="1169" kern="1200">
          <a:solidFill>
            <a:schemeClr val="tx1"/>
          </a:solidFill>
          <a:latin typeface="+mn-lt"/>
          <a:ea typeface="+mn-ea"/>
          <a:cs typeface="+mn-cs"/>
        </a:defRPr>
      </a:lvl3pPr>
      <a:lvl4pPr marL="890986" algn="l" defTabSz="593990" rtl="0" eaLnBrk="1" latinLnBrk="0" hangingPunct="1">
        <a:defRPr sz="1169" kern="1200">
          <a:solidFill>
            <a:schemeClr val="tx1"/>
          </a:solidFill>
          <a:latin typeface="+mn-lt"/>
          <a:ea typeface="+mn-ea"/>
          <a:cs typeface="+mn-cs"/>
        </a:defRPr>
      </a:lvl4pPr>
      <a:lvl5pPr marL="1187981" algn="l" defTabSz="593990" rtl="0" eaLnBrk="1" latinLnBrk="0" hangingPunct="1">
        <a:defRPr sz="1169" kern="1200">
          <a:solidFill>
            <a:schemeClr val="tx1"/>
          </a:solidFill>
          <a:latin typeface="+mn-lt"/>
          <a:ea typeface="+mn-ea"/>
          <a:cs typeface="+mn-cs"/>
        </a:defRPr>
      </a:lvl5pPr>
      <a:lvl6pPr marL="1484977" algn="l" defTabSz="593990" rtl="0" eaLnBrk="1" latinLnBrk="0" hangingPunct="1">
        <a:defRPr sz="1169" kern="1200">
          <a:solidFill>
            <a:schemeClr val="tx1"/>
          </a:solidFill>
          <a:latin typeface="+mn-lt"/>
          <a:ea typeface="+mn-ea"/>
          <a:cs typeface="+mn-cs"/>
        </a:defRPr>
      </a:lvl6pPr>
      <a:lvl7pPr marL="1781973" algn="l" defTabSz="593990" rtl="0" eaLnBrk="1" latinLnBrk="0" hangingPunct="1">
        <a:defRPr sz="1169" kern="1200">
          <a:solidFill>
            <a:schemeClr val="tx1"/>
          </a:solidFill>
          <a:latin typeface="+mn-lt"/>
          <a:ea typeface="+mn-ea"/>
          <a:cs typeface="+mn-cs"/>
        </a:defRPr>
      </a:lvl7pPr>
      <a:lvl8pPr marL="2078968" algn="l" defTabSz="593990" rtl="0" eaLnBrk="1" latinLnBrk="0" hangingPunct="1">
        <a:defRPr sz="1169" kern="1200">
          <a:solidFill>
            <a:schemeClr val="tx1"/>
          </a:solidFill>
          <a:latin typeface="+mn-lt"/>
          <a:ea typeface="+mn-ea"/>
          <a:cs typeface="+mn-cs"/>
        </a:defRPr>
      </a:lvl8pPr>
      <a:lvl9pPr marL="2375963" algn="l" defTabSz="593990" rtl="0" eaLnBrk="1" latinLnBrk="0" hangingPunct="1">
        <a:defRPr sz="11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1.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13.png"/><Relationship Id="rId11" Type="http://schemas.openxmlformats.org/officeDocument/2006/relationships/image" Target="../media/image18.png"/><Relationship Id="rId5" Type="http://schemas.microsoft.com/office/2007/relationships/hdphoto" Target="../media/hdphoto1.wdp"/><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3">
            <a:extLst>
              <a:ext uri="{FF2B5EF4-FFF2-40B4-BE49-F238E27FC236}">
                <a16:creationId xmlns:a16="http://schemas.microsoft.com/office/drawing/2014/main" id="{4E196944-A799-65A6-EEC5-6E9679620FF4}"/>
              </a:ext>
            </a:extLst>
          </p:cNvPr>
          <p:cNvSpPr/>
          <p:nvPr/>
        </p:nvSpPr>
        <p:spPr>
          <a:xfrm>
            <a:off x="22771459" y="1"/>
            <a:ext cx="7503636" cy="21383625"/>
          </a:xfrm>
          <a:prstGeom prst="rect">
            <a:avLst/>
          </a:prstGeom>
          <a:solidFill>
            <a:schemeClr val="accent3">
              <a:lumMod val="20000"/>
              <a:lumOff val="80000"/>
              <a:alpha val="72000"/>
            </a:schemeClr>
          </a:solidFill>
          <a:ln>
            <a:solidFill>
              <a:srgbClr val="000000">
                <a:alpha val="87059"/>
              </a:srgbClr>
            </a:solidFill>
          </a:ln>
        </p:spPr>
        <p:txBody>
          <a:bodyPr/>
          <a:lstStyle/>
          <a:p>
            <a:pPr defTabSz="593844"/>
            <a:endParaRPr lang="en-IE" sz="787" dirty="0">
              <a:solidFill>
                <a:srgbClr val="04C7B5"/>
              </a:solidFill>
              <a:latin typeface="Calibri"/>
            </a:endParaRPr>
          </a:p>
        </p:txBody>
      </p:sp>
      <p:sp>
        <p:nvSpPr>
          <p:cNvPr id="22" name="AutoShape 3">
            <a:extLst>
              <a:ext uri="{FF2B5EF4-FFF2-40B4-BE49-F238E27FC236}">
                <a16:creationId xmlns:a16="http://schemas.microsoft.com/office/drawing/2014/main" id="{37C7B8F8-4C18-A6FF-5C86-46A8DC3CFD2A}"/>
              </a:ext>
            </a:extLst>
          </p:cNvPr>
          <p:cNvSpPr/>
          <p:nvPr/>
        </p:nvSpPr>
        <p:spPr>
          <a:xfrm>
            <a:off x="15002379" y="-12010"/>
            <a:ext cx="7643088" cy="21383625"/>
          </a:xfrm>
          <a:prstGeom prst="rect">
            <a:avLst/>
          </a:prstGeom>
          <a:solidFill>
            <a:schemeClr val="accent3">
              <a:lumMod val="40000"/>
              <a:lumOff val="60000"/>
              <a:alpha val="72000"/>
            </a:schemeClr>
          </a:solidFill>
          <a:ln>
            <a:solidFill>
              <a:srgbClr val="000000">
                <a:alpha val="87059"/>
              </a:srgbClr>
            </a:solidFill>
          </a:ln>
        </p:spPr>
        <p:txBody>
          <a:bodyPr/>
          <a:lstStyle/>
          <a:p>
            <a:pPr defTabSz="593844"/>
            <a:endParaRPr lang="en-IE" sz="787" dirty="0">
              <a:solidFill>
                <a:srgbClr val="04C7B5"/>
              </a:solidFill>
              <a:latin typeface="Calibri"/>
            </a:endParaRPr>
          </a:p>
        </p:txBody>
      </p:sp>
      <p:pic>
        <p:nvPicPr>
          <p:cNvPr id="14" name="Picture 13" descr="A graph of different colored lines&#10;&#10;AI-generated content may be incorrect.">
            <a:extLst>
              <a:ext uri="{FF2B5EF4-FFF2-40B4-BE49-F238E27FC236}">
                <a16:creationId xmlns:a16="http://schemas.microsoft.com/office/drawing/2014/main" id="{6921EF31-F946-CFA7-FE3E-48F57D4EA8C8}"/>
              </a:ext>
            </a:extLst>
          </p:cNvPr>
          <p:cNvPicPr>
            <a:picLocks noChangeAspect="1"/>
          </p:cNvPicPr>
          <p:nvPr/>
        </p:nvPicPr>
        <p:blipFill>
          <a:blip r:embed="rId3"/>
          <a:stretch>
            <a:fillRect/>
          </a:stretch>
        </p:blipFill>
        <p:spPr>
          <a:xfrm>
            <a:off x="15231978" y="4893877"/>
            <a:ext cx="7180604" cy="4084352"/>
          </a:xfrm>
          <a:prstGeom prst="rect">
            <a:avLst/>
          </a:prstGeom>
        </p:spPr>
      </p:pic>
      <p:sp>
        <p:nvSpPr>
          <p:cNvPr id="2" name="AutoShape 2"/>
          <p:cNvSpPr/>
          <p:nvPr/>
        </p:nvSpPr>
        <p:spPr>
          <a:xfrm>
            <a:off x="-210965" y="-1"/>
            <a:ext cx="7555471" cy="21383625"/>
          </a:xfrm>
          <a:prstGeom prst="rect">
            <a:avLst/>
          </a:prstGeom>
          <a:solidFill>
            <a:schemeClr val="accent3"/>
          </a:solidFill>
        </p:spPr>
        <p:txBody>
          <a:bodyPr/>
          <a:lstStyle/>
          <a:p>
            <a:pPr defTabSz="593844"/>
            <a:endParaRPr lang="en-IE" sz="787" dirty="0">
              <a:solidFill>
                <a:prstClr val="black"/>
              </a:solidFill>
              <a:latin typeface="Calibri"/>
            </a:endParaRPr>
          </a:p>
        </p:txBody>
      </p:sp>
      <p:sp>
        <p:nvSpPr>
          <p:cNvPr id="3" name="AutoShape 3"/>
          <p:cNvSpPr/>
          <p:nvPr/>
        </p:nvSpPr>
        <p:spPr>
          <a:xfrm>
            <a:off x="7350681" y="-6110"/>
            <a:ext cx="7590100" cy="21383625"/>
          </a:xfrm>
          <a:prstGeom prst="rect">
            <a:avLst/>
          </a:prstGeom>
          <a:solidFill>
            <a:srgbClr val="E3E9E5">
              <a:alpha val="72000"/>
            </a:srgbClr>
          </a:solidFill>
          <a:ln>
            <a:solidFill>
              <a:srgbClr val="000000">
                <a:alpha val="87059"/>
              </a:srgbClr>
            </a:solidFill>
          </a:ln>
        </p:spPr>
        <p:txBody>
          <a:bodyPr/>
          <a:lstStyle/>
          <a:p>
            <a:pPr defTabSz="593844"/>
            <a:endParaRPr lang="en-IE" sz="787" dirty="0">
              <a:solidFill>
                <a:srgbClr val="04C7B5"/>
              </a:solidFill>
              <a:latin typeface="Calibri"/>
            </a:endParaRPr>
          </a:p>
        </p:txBody>
      </p:sp>
      <p:grpSp>
        <p:nvGrpSpPr>
          <p:cNvPr id="11" name="Group 10">
            <a:extLst>
              <a:ext uri="{FF2B5EF4-FFF2-40B4-BE49-F238E27FC236}">
                <a16:creationId xmlns:a16="http://schemas.microsoft.com/office/drawing/2014/main" id="{7068B782-FDE6-3B3D-3795-5DFF17ECB301}"/>
              </a:ext>
            </a:extLst>
          </p:cNvPr>
          <p:cNvGrpSpPr/>
          <p:nvPr/>
        </p:nvGrpSpPr>
        <p:grpSpPr>
          <a:xfrm>
            <a:off x="7624918" y="140268"/>
            <a:ext cx="6663649" cy="916626"/>
            <a:chOff x="8018428" y="912724"/>
            <a:chExt cx="6799730" cy="1080000"/>
          </a:xfrm>
        </p:grpSpPr>
        <p:sp>
          <p:nvSpPr>
            <p:cNvPr id="24" name="Freeform 24"/>
            <p:cNvSpPr>
              <a:spLocks noChangeAspect="1"/>
            </p:cNvSpPr>
            <p:nvPr/>
          </p:nvSpPr>
          <p:spPr>
            <a:xfrm>
              <a:off x="8018428" y="912724"/>
              <a:ext cx="1080000" cy="108000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4B0A0"/>
            </a:solidFill>
            <a:ln w="12700">
              <a:solidFill>
                <a:srgbClr val="04B0A0"/>
              </a:solidFill>
            </a:ln>
          </p:spPr>
          <p:txBody>
            <a:bodyPr/>
            <a:lstStyle/>
            <a:p>
              <a:endParaRPr lang="en-IE" sz="4600" dirty="0"/>
            </a:p>
          </p:txBody>
        </p:sp>
        <p:sp>
          <p:nvSpPr>
            <p:cNvPr id="25" name="TextBox 25"/>
            <p:cNvSpPr txBox="1"/>
            <p:nvPr/>
          </p:nvSpPr>
          <p:spPr>
            <a:xfrm>
              <a:off x="8267668" y="1227462"/>
              <a:ext cx="614708" cy="559705"/>
            </a:xfrm>
            <a:prstGeom prst="rect">
              <a:avLst/>
            </a:prstGeom>
          </p:spPr>
          <p:txBody>
            <a:bodyPr lIns="0" tIns="0" rIns="0" bIns="0" rtlCol="0" anchor="t">
              <a:spAutoFit/>
            </a:bodyPr>
            <a:lstStyle/>
            <a:p>
              <a:pPr algn="ctr" defTabSz="593844">
                <a:lnSpc>
                  <a:spcPts val="4222"/>
                </a:lnSpc>
                <a:spcBef>
                  <a:spcPct val="0"/>
                </a:spcBef>
              </a:pPr>
              <a:r>
                <a:rPr lang="en-US" sz="4600" b="1" spc="-97" dirty="0">
                  <a:solidFill>
                    <a:srgbClr val="04B0A0"/>
                  </a:solidFill>
                  <a:latin typeface="Space Mono" panose="020B0604020202020204" charset="0"/>
                </a:rPr>
                <a:t>01</a:t>
              </a:r>
            </a:p>
          </p:txBody>
        </p:sp>
        <p:sp>
          <p:nvSpPr>
            <p:cNvPr id="26" name="TextBox 26"/>
            <p:cNvSpPr txBox="1"/>
            <p:nvPr/>
          </p:nvSpPr>
          <p:spPr>
            <a:xfrm>
              <a:off x="9475320" y="1228699"/>
              <a:ext cx="5342838" cy="559705"/>
            </a:xfrm>
            <a:prstGeom prst="rect">
              <a:avLst/>
            </a:prstGeom>
          </p:spPr>
          <p:txBody>
            <a:bodyPr lIns="0" tIns="0" rIns="0" bIns="0" rtlCol="0" anchor="t">
              <a:spAutoFit/>
            </a:bodyPr>
            <a:lstStyle/>
            <a:p>
              <a:pPr defTabSz="593844">
                <a:lnSpc>
                  <a:spcPts val="4222"/>
                </a:lnSpc>
                <a:spcBef>
                  <a:spcPct val="0"/>
                </a:spcBef>
              </a:pPr>
              <a:r>
                <a:rPr lang="en-US" sz="4600" b="1" spc="100" dirty="0">
                  <a:solidFill>
                    <a:srgbClr val="04B0A0"/>
                  </a:solidFill>
                  <a:latin typeface="Space Mono" panose="020B0604020202020204" charset="0"/>
                </a:rPr>
                <a:t>INTRODUCTION</a:t>
              </a:r>
            </a:p>
          </p:txBody>
        </p:sp>
      </p:grpSp>
      <p:sp>
        <p:nvSpPr>
          <p:cNvPr id="4" name="AutoShape 4"/>
          <p:cNvSpPr/>
          <p:nvPr/>
        </p:nvSpPr>
        <p:spPr>
          <a:xfrm rot="5399999">
            <a:off x="4266046" y="10691813"/>
            <a:ext cx="21383626" cy="0"/>
          </a:xfrm>
          <a:prstGeom prst="line">
            <a:avLst/>
          </a:prstGeom>
          <a:ln w="101600" cap="rnd">
            <a:solidFill>
              <a:srgbClr val="8BC244"/>
            </a:solidFill>
            <a:prstDash val="solid"/>
            <a:headEnd type="none" w="sm" len="sm"/>
            <a:tailEnd type="none" w="sm" len="sm"/>
          </a:ln>
        </p:spPr>
        <p:txBody>
          <a:bodyPr/>
          <a:lstStyle/>
          <a:p>
            <a:endParaRPr lang="en-IE" dirty="0"/>
          </a:p>
        </p:txBody>
      </p:sp>
      <p:sp>
        <p:nvSpPr>
          <p:cNvPr id="44" name="TextBox 44"/>
          <p:cNvSpPr txBox="1"/>
          <p:nvPr/>
        </p:nvSpPr>
        <p:spPr>
          <a:xfrm>
            <a:off x="22924226" y="15339851"/>
            <a:ext cx="7021291" cy="4398640"/>
          </a:xfrm>
          <a:prstGeom prst="rect">
            <a:avLst/>
          </a:prstGeom>
        </p:spPr>
        <p:txBody>
          <a:bodyPr wrap="square" lIns="0" tIns="0" rIns="0" bIns="0" rtlCol="0" anchor="t">
            <a:spAutoFit/>
          </a:bodyPr>
          <a:lstStyle/>
          <a:p>
            <a:pPr algn="just">
              <a:spcAft>
                <a:spcPts val="800"/>
              </a:spcAft>
            </a:pPr>
            <a:r>
              <a:rPr lang="en-US" sz="1550" spc="-1" dirty="0">
                <a:solidFill>
                  <a:prstClr val="black"/>
                </a:solidFill>
                <a:latin typeface="Arial Nova Light"/>
              </a:rPr>
              <a:t>Question 1: </a:t>
            </a:r>
          </a:p>
          <a:p>
            <a:pPr algn="just">
              <a:spcAft>
                <a:spcPts val="800"/>
              </a:spcAft>
            </a:pPr>
            <a:r>
              <a:rPr lang="en-US" sz="1550" spc="-1" dirty="0">
                <a:solidFill>
                  <a:prstClr val="black"/>
                </a:solidFill>
                <a:latin typeface="Arial Nova Light"/>
              </a:rPr>
              <a:t>Can intrinsic audio features and metadata predict popularity?</a:t>
            </a:r>
          </a:p>
          <a:p>
            <a:pPr marL="285750" indent="-285750" algn="just">
              <a:spcAft>
                <a:spcPts val="800"/>
              </a:spcAft>
              <a:buFont typeface="Arial" panose="020B0604020202020204" pitchFamily="34" charset="0"/>
              <a:buChar char="•"/>
            </a:pPr>
            <a:r>
              <a:rPr lang="en-US" sz="1550" spc="-1" dirty="0">
                <a:solidFill>
                  <a:prstClr val="black"/>
                </a:solidFill>
                <a:latin typeface="Arial Nova Light"/>
              </a:rPr>
              <a:t>A: </a:t>
            </a:r>
            <a:r>
              <a:rPr lang="en-US" sz="1550" b="1" spc="-1" dirty="0">
                <a:solidFill>
                  <a:prstClr val="black"/>
                </a:solidFill>
                <a:latin typeface="Arial Nova Light"/>
              </a:rPr>
              <a:t>Yes</a:t>
            </a:r>
            <a:r>
              <a:rPr lang="en-US" sz="1550" spc="-1" dirty="0">
                <a:solidFill>
                  <a:prstClr val="black"/>
                </a:solidFill>
                <a:latin typeface="Arial Nova Light"/>
              </a:rPr>
              <a:t>. Our model confirms that intrinsic features are strong predictors. </a:t>
            </a:r>
            <a:r>
              <a:rPr lang="en-US" sz="1550" spc="-1" dirty="0" err="1">
                <a:solidFill>
                  <a:prstClr val="black"/>
                </a:solidFill>
                <a:latin typeface="Arial Nova Light"/>
              </a:rPr>
              <a:t>scaled_loudness</a:t>
            </a:r>
            <a:r>
              <a:rPr lang="en-US" sz="1550" spc="-1" dirty="0">
                <a:solidFill>
                  <a:prstClr val="black"/>
                </a:solidFill>
                <a:latin typeface="Arial Nova Light"/>
              </a:rPr>
              <a:t>, </a:t>
            </a:r>
            <a:r>
              <a:rPr lang="en-US" sz="1550" spc="-1" dirty="0" err="1">
                <a:solidFill>
                  <a:prstClr val="black"/>
                </a:solidFill>
                <a:latin typeface="Arial Nova Light"/>
              </a:rPr>
              <a:t>scaled_danceability</a:t>
            </a:r>
            <a:r>
              <a:rPr lang="en-US" sz="1550" spc="-1" dirty="0">
                <a:solidFill>
                  <a:prstClr val="black"/>
                </a:solidFill>
                <a:latin typeface="Arial Nova Light"/>
              </a:rPr>
              <a:t>, </a:t>
            </a:r>
            <a:r>
              <a:rPr lang="en-US" sz="1550" spc="-1" dirty="0" err="1">
                <a:solidFill>
                  <a:prstClr val="black"/>
                </a:solidFill>
                <a:latin typeface="Arial Nova Light"/>
              </a:rPr>
              <a:t>scaled_energy</a:t>
            </a:r>
            <a:r>
              <a:rPr lang="en-US" sz="1550" spc="-1" dirty="0">
                <a:solidFill>
                  <a:prstClr val="black"/>
                </a:solidFill>
                <a:latin typeface="Arial Nova Light"/>
              </a:rPr>
              <a:t>, and </a:t>
            </a:r>
            <a:r>
              <a:rPr lang="en-US" sz="1550" spc="-1" dirty="0" err="1">
                <a:solidFill>
                  <a:prstClr val="black"/>
                </a:solidFill>
                <a:latin typeface="Arial Nova Light"/>
              </a:rPr>
              <a:t>release_year</a:t>
            </a:r>
            <a:r>
              <a:rPr lang="en-US" sz="1550" spc="-1" dirty="0">
                <a:solidFill>
                  <a:prstClr val="black"/>
                </a:solidFill>
                <a:latin typeface="Arial Nova Light"/>
              </a:rPr>
              <a:t> were all identified as highly influential factors in determining a song's success.</a:t>
            </a:r>
          </a:p>
          <a:p>
            <a:pPr algn="just">
              <a:spcAft>
                <a:spcPts val="800"/>
              </a:spcAft>
            </a:pPr>
            <a:r>
              <a:rPr lang="en-US" sz="1550" spc="-1" dirty="0">
                <a:solidFill>
                  <a:prstClr val="black"/>
                </a:solidFill>
                <a:latin typeface="Arial Nova Light"/>
              </a:rPr>
              <a:t>Question 2: </a:t>
            </a:r>
          </a:p>
          <a:p>
            <a:pPr algn="just">
              <a:spcAft>
                <a:spcPts val="800"/>
              </a:spcAft>
            </a:pPr>
            <a:r>
              <a:rPr lang="en-US" sz="1550" spc="-1" dirty="0">
                <a:solidFill>
                  <a:prstClr val="black"/>
                </a:solidFill>
                <a:latin typeface="Arial Nova Light"/>
              </a:rPr>
              <a:t>Do structural elements show a significant correlation with popularity?</a:t>
            </a:r>
          </a:p>
          <a:p>
            <a:pPr marL="285750" indent="-285750" algn="just">
              <a:spcAft>
                <a:spcPts val="800"/>
              </a:spcAft>
              <a:buFont typeface="Arial" panose="020B0604020202020204" pitchFamily="34" charset="0"/>
              <a:buChar char="•"/>
            </a:pPr>
            <a:r>
              <a:rPr lang="en-US" sz="1550" spc="-1" dirty="0">
                <a:solidFill>
                  <a:prstClr val="black"/>
                </a:solidFill>
                <a:latin typeface="Arial Nova Light"/>
              </a:rPr>
              <a:t>A: </a:t>
            </a:r>
            <a:r>
              <a:rPr lang="en-US" sz="1550" b="1" spc="-1" dirty="0">
                <a:solidFill>
                  <a:prstClr val="black"/>
                </a:solidFill>
                <a:latin typeface="Arial Nova Light"/>
              </a:rPr>
              <a:t>Yes</a:t>
            </a:r>
            <a:r>
              <a:rPr lang="en-US" sz="1550" spc="-1" dirty="0">
                <a:solidFill>
                  <a:prstClr val="black"/>
                </a:solidFill>
                <a:latin typeface="Arial Nova Light"/>
              </a:rPr>
              <a:t>. Structural elements are key. </a:t>
            </a:r>
            <a:r>
              <a:rPr lang="en-US" sz="1550" spc="-1" dirty="0" err="1">
                <a:solidFill>
                  <a:prstClr val="black"/>
                </a:solidFill>
                <a:latin typeface="Arial Nova Light"/>
              </a:rPr>
              <a:t>scaled_duration_ms</a:t>
            </a:r>
            <a:r>
              <a:rPr lang="en-US" sz="1550" spc="-1" dirty="0">
                <a:solidFill>
                  <a:prstClr val="black"/>
                </a:solidFill>
                <a:latin typeface="Arial Nova Light"/>
              </a:rPr>
              <a:t> was one of the top 6 most important features, indicating that song length is a significant factor in the model's predictions.</a:t>
            </a:r>
          </a:p>
          <a:p>
            <a:pPr algn="just">
              <a:spcAft>
                <a:spcPts val="800"/>
              </a:spcAft>
            </a:pPr>
            <a:r>
              <a:rPr lang="en-US" sz="1550" spc="-1" dirty="0">
                <a:solidFill>
                  <a:prstClr val="black"/>
                </a:solidFill>
                <a:latin typeface="Arial Nova Light"/>
              </a:rPr>
              <a:t>Question 3: </a:t>
            </a:r>
          </a:p>
          <a:p>
            <a:pPr algn="just">
              <a:spcAft>
                <a:spcPts val="800"/>
              </a:spcAft>
            </a:pPr>
            <a:r>
              <a:rPr lang="en-US" sz="1550" spc="-1" dirty="0">
                <a:solidFill>
                  <a:prstClr val="black"/>
                </a:solidFill>
                <a:latin typeface="Arial Nova Light"/>
              </a:rPr>
              <a:t>Can a machine learning model accurately predict high popularity?</a:t>
            </a:r>
          </a:p>
          <a:p>
            <a:pPr marL="285750" indent="-285750" algn="just">
              <a:spcAft>
                <a:spcPts val="800"/>
              </a:spcAft>
              <a:buFont typeface="Arial" panose="020B0604020202020204" pitchFamily="34" charset="0"/>
              <a:buChar char="•"/>
            </a:pPr>
            <a:r>
              <a:rPr lang="en-US" sz="1550" spc="-1" dirty="0">
                <a:solidFill>
                  <a:prstClr val="black"/>
                </a:solidFill>
                <a:latin typeface="Arial Nova Light"/>
              </a:rPr>
              <a:t>A: </a:t>
            </a:r>
            <a:r>
              <a:rPr lang="en-US" sz="1550" b="1" spc="-1" dirty="0">
                <a:solidFill>
                  <a:prstClr val="black"/>
                </a:solidFill>
                <a:latin typeface="Arial Nova Light"/>
              </a:rPr>
              <a:t>Yes</a:t>
            </a:r>
            <a:r>
              <a:rPr lang="en-US" sz="1550" spc="-1" dirty="0">
                <a:solidFill>
                  <a:prstClr val="black"/>
                </a:solidFill>
                <a:latin typeface="Arial Nova Light"/>
              </a:rPr>
              <a:t>. We successfully developed a Random Forest Classifier that achieved 89.75% accuracy at predicting whether a song would be "Popular" (1) or "Not Popular" (0).</a:t>
            </a:r>
          </a:p>
        </p:txBody>
      </p:sp>
      <p:sp>
        <p:nvSpPr>
          <p:cNvPr id="51" name="AutoShape 51"/>
          <p:cNvSpPr/>
          <p:nvPr/>
        </p:nvSpPr>
        <p:spPr>
          <a:xfrm>
            <a:off x="366258" y="5213404"/>
            <a:ext cx="6863486" cy="0"/>
          </a:xfrm>
          <a:prstGeom prst="line">
            <a:avLst/>
          </a:prstGeom>
          <a:ln w="47625" cap="rnd">
            <a:solidFill>
              <a:srgbClr val="FAFAFA"/>
            </a:solidFill>
            <a:prstDash val="solid"/>
            <a:headEnd type="none" w="sm" len="sm"/>
            <a:tailEnd type="none" w="sm" len="sm"/>
          </a:ln>
        </p:spPr>
        <p:txBody>
          <a:bodyPr/>
          <a:lstStyle/>
          <a:p>
            <a:endParaRPr lang="pt-BR"/>
          </a:p>
        </p:txBody>
      </p:sp>
      <p:sp>
        <p:nvSpPr>
          <p:cNvPr id="92" name="TextBox 92"/>
          <p:cNvSpPr txBox="1"/>
          <p:nvPr/>
        </p:nvSpPr>
        <p:spPr>
          <a:xfrm>
            <a:off x="366257" y="5489994"/>
            <a:ext cx="4548864" cy="325089"/>
          </a:xfrm>
          <a:prstGeom prst="rect">
            <a:avLst/>
          </a:prstGeom>
        </p:spPr>
        <p:txBody>
          <a:bodyPr lIns="0" tIns="0" rIns="0" bIns="0" rtlCol="0" anchor="t">
            <a:spAutoFit/>
          </a:bodyPr>
          <a:lstStyle/>
          <a:p>
            <a:pPr defTabSz="593844">
              <a:lnSpc>
                <a:spcPts val="2533"/>
              </a:lnSpc>
              <a:spcBef>
                <a:spcPct val="0"/>
              </a:spcBef>
            </a:pPr>
            <a:r>
              <a:rPr lang="en-US" sz="2500" b="1" spc="-58" dirty="0">
                <a:solidFill>
                  <a:srgbClr val="FFFFFF"/>
                </a:solidFill>
                <a:latin typeface="Space Mono" panose="02000509040000020004" charset="0"/>
              </a:rPr>
              <a:t>Author:</a:t>
            </a:r>
          </a:p>
        </p:txBody>
      </p:sp>
      <p:sp>
        <p:nvSpPr>
          <p:cNvPr id="93" name="TextBox 93"/>
          <p:cNvSpPr txBox="1"/>
          <p:nvPr/>
        </p:nvSpPr>
        <p:spPr>
          <a:xfrm>
            <a:off x="366257" y="5930846"/>
            <a:ext cx="4548864" cy="244298"/>
          </a:xfrm>
          <a:prstGeom prst="rect">
            <a:avLst/>
          </a:prstGeom>
        </p:spPr>
        <p:txBody>
          <a:bodyPr lIns="0" tIns="0" rIns="0" bIns="0" rtlCol="0" anchor="t">
            <a:spAutoFit/>
          </a:bodyPr>
          <a:lstStyle/>
          <a:p>
            <a:pPr defTabSz="593844">
              <a:lnSpc>
                <a:spcPts val="1909"/>
              </a:lnSpc>
              <a:spcBef>
                <a:spcPct val="0"/>
              </a:spcBef>
            </a:pPr>
            <a:r>
              <a:rPr lang="en-US" sz="2400" b="1" dirty="0">
                <a:solidFill>
                  <a:srgbClr val="FFFFFF"/>
                </a:solidFill>
                <a:latin typeface="Barlow Medium"/>
              </a:rPr>
              <a:t>Luis Martins  - 2025053</a:t>
            </a:r>
          </a:p>
        </p:txBody>
      </p:sp>
      <p:sp>
        <p:nvSpPr>
          <p:cNvPr id="94" name="TextBox 94"/>
          <p:cNvSpPr txBox="1"/>
          <p:nvPr/>
        </p:nvSpPr>
        <p:spPr>
          <a:xfrm>
            <a:off x="264121" y="6417267"/>
            <a:ext cx="4548864" cy="325089"/>
          </a:xfrm>
          <a:prstGeom prst="rect">
            <a:avLst/>
          </a:prstGeom>
        </p:spPr>
        <p:txBody>
          <a:bodyPr lIns="0" tIns="0" rIns="0" bIns="0" rtlCol="0" anchor="t">
            <a:spAutoFit/>
          </a:bodyPr>
          <a:lstStyle/>
          <a:p>
            <a:pPr defTabSz="593844">
              <a:lnSpc>
                <a:spcPts val="2533"/>
              </a:lnSpc>
              <a:spcBef>
                <a:spcPct val="0"/>
              </a:spcBef>
            </a:pPr>
            <a:r>
              <a:rPr lang="en-US" sz="2500" b="1" spc="-58" dirty="0">
                <a:solidFill>
                  <a:srgbClr val="FFFFFF"/>
                </a:solidFill>
                <a:latin typeface="Space Mono" panose="02000509040000020004" charset="0"/>
              </a:rPr>
              <a:t>Project Description</a:t>
            </a:r>
          </a:p>
        </p:txBody>
      </p:sp>
      <p:sp>
        <p:nvSpPr>
          <p:cNvPr id="95" name="TextBox 95"/>
          <p:cNvSpPr txBox="1"/>
          <p:nvPr/>
        </p:nvSpPr>
        <p:spPr>
          <a:xfrm>
            <a:off x="335287" y="6842805"/>
            <a:ext cx="6984424" cy="1231106"/>
          </a:xfrm>
          <a:prstGeom prst="rect">
            <a:avLst/>
          </a:prstGeom>
        </p:spPr>
        <p:txBody>
          <a:bodyPr wrap="square" lIns="0" tIns="0" rIns="0" bIns="0" rtlCol="0" anchor="t">
            <a:spAutoFit/>
          </a:bodyPr>
          <a:lstStyle/>
          <a:p>
            <a:pPr defTabSz="593844">
              <a:spcBef>
                <a:spcPct val="0"/>
              </a:spcBef>
            </a:pPr>
            <a:r>
              <a:rPr lang="en-US" sz="2000" dirty="0">
                <a:solidFill>
                  <a:srgbClr val="FFFFFF"/>
                </a:solidFill>
                <a:latin typeface="Barlow Medium"/>
              </a:rPr>
              <a:t>Machine learning analysis of Spotify data to identify audio features predicting song popularity, providing data-driven insights for artists and producers in the competitive digital music landscape.</a:t>
            </a:r>
          </a:p>
        </p:txBody>
      </p:sp>
      <p:sp>
        <p:nvSpPr>
          <p:cNvPr id="96" name="TextBox 96"/>
          <p:cNvSpPr txBox="1"/>
          <p:nvPr/>
        </p:nvSpPr>
        <p:spPr>
          <a:xfrm>
            <a:off x="355198" y="311718"/>
            <a:ext cx="6874546" cy="4924425"/>
          </a:xfrm>
          <a:prstGeom prst="rect">
            <a:avLst/>
          </a:prstGeom>
        </p:spPr>
        <p:txBody>
          <a:bodyPr wrap="square" lIns="0" tIns="0" rIns="0" bIns="0" rtlCol="0" anchor="t">
            <a:spAutoFit/>
          </a:bodyPr>
          <a:lstStyle/>
          <a:p>
            <a:pPr defTabSz="593844"/>
            <a:r>
              <a:rPr lang="en-US" sz="8000" b="1" spc="-183" dirty="0">
                <a:solidFill>
                  <a:srgbClr val="FAFAFA"/>
                </a:solidFill>
                <a:latin typeface="Space Mono" panose="020B0604020202020204" charset="0"/>
              </a:rPr>
              <a:t>Unlocking the Charts: The Hidden Secrets From Hits</a:t>
            </a:r>
          </a:p>
        </p:txBody>
      </p:sp>
      <p:sp>
        <p:nvSpPr>
          <p:cNvPr id="97" name="TextBox 97"/>
          <p:cNvSpPr txBox="1"/>
          <p:nvPr/>
        </p:nvSpPr>
        <p:spPr>
          <a:xfrm>
            <a:off x="7753850" y="1265475"/>
            <a:ext cx="6864742" cy="3645485"/>
          </a:xfrm>
          <a:prstGeom prst="rect">
            <a:avLst/>
          </a:prstGeom>
        </p:spPr>
        <p:txBody>
          <a:bodyPr wrap="square" lIns="0" tIns="0" rIns="0" bIns="0" rtlCol="0" anchor="t">
            <a:spAutoFit/>
          </a:bodyPr>
          <a:lstStyle/>
          <a:p>
            <a:pPr algn="just" defTabSz="593844">
              <a:lnSpc>
                <a:spcPts val="2364"/>
              </a:lnSpc>
              <a:spcBef>
                <a:spcPct val="0"/>
              </a:spcBef>
            </a:pPr>
            <a:r>
              <a:rPr lang="en-US" sz="1600" b="1" spc="-1" dirty="0">
                <a:solidFill>
                  <a:prstClr val="black"/>
                </a:solidFill>
                <a:latin typeface="Arial Nova Light"/>
                <a:ea typeface="DejaVu Sans"/>
              </a:rPr>
              <a:t>Overview of Spotify’s Digital Marketplace</a:t>
            </a:r>
          </a:p>
          <a:p>
            <a:pPr marL="285750" indent="-285750" algn="just" defTabSz="593844">
              <a:lnSpc>
                <a:spcPts val="2364"/>
              </a:lnSpc>
              <a:spcBef>
                <a:spcPct val="0"/>
              </a:spcBef>
              <a:buFont typeface="Arial" panose="020B0604020202020204" pitchFamily="34" charset="0"/>
              <a:buChar char="•"/>
            </a:pPr>
            <a:r>
              <a:rPr lang="pt-BR" sz="1600" spc="-1" dirty="0" err="1">
                <a:solidFill>
                  <a:prstClr val="black"/>
                </a:solidFill>
                <a:latin typeface="Arial Nova Light"/>
                <a:ea typeface="DejaVu Sans"/>
              </a:rPr>
              <a:t>Thousands</a:t>
            </a:r>
            <a:r>
              <a:rPr lang="en-US" sz="1600" spc="-1" dirty="0">
                <a:solidFill>
                  <a:prstClr val="black"/>
                </a:solidFill>
                <a:latin typeface="Arial Nova Light"/>
                <a:ea typeface="DejaVu Sans"/>
              </a:rPr>
              <a:t> new tracks uploaded daily.</a:t>
            </a:r>
          </a:p>
          <a:p>
            <a:pPr marL="285750" indent="-285750" algn="just" defTabSz="593844">
              <a:lnSpc>
                <a:spcPts val="2364"/>
              </a:lnSpc>
              <a:spcBef>
                <a:spcPct val="0"/>
              </a:spcBef>
              <a:buFont typeface="Arial" panose="020B0604020202020204" pitchFamily="34" charset="0"/>
              <a:buChar char="•"/>
            </a:pPr>
            <a:r>
              <a:rPr lang="en-US" sz="1600" spc="-1" dirty="0">
                <a:solidFill>
                  <a:prstClr val="black"/>
                </a:solidFill>
                <a:latin typeface="Arial Nova Light"/>
                <a:ea typeface="DejaVu Sans"/>
              </a:rPr>
              <a:t>Intense competition among artists.</a:t>
            </a:r>
          </a:p>
          <a:p>
            <a:pPr algn="just" defTabSz="593844">
              <a:lnSpc>
                <a:spcPts val="2364"/>
              </a:lnSpc>
              <a:spcBef>
                <a:spcPct val="0"/>
              </a:spcBef>
            </a:pPr>
            <a:r>
              <a:rPr lang="en-US" sz="1600" b="1" spc="-1" dirty="0">
                <a:solidFill>
                  <a:prstClr val="black"/>
                </a:solidFill>
                <a:latin typeface="Arial Nova Light"/>
                <a:ea typeface="DejaVu Sans"/>
              </a:rPr>
              <a:t>Challenge: Music Discovery and Artist Visibility</a:t>
            </a:r>
          </a:p>
          <a:p>
            <a:pPr marL="285750" indent="-285750" algn="just" defTabSz="593844">
              <a:lnSpc>
                <a:spcPts val="2364"/>
              </a:lnSpc>
              <a:spcBef>
                <a:spcPct val="0"/>
              </a:spcBef>
              <a:buFont typeface="Arial" panose="020B0604020202020204" pitchFamily="34" charset="0"/>
              <a:buChar char="•"/>
            </a:pPr>
            <a:r>
              <a:rPr lang="en-US" sz="1600" spc="-1" dirty="0">
                <a:solidFill>
                  <a:prstClr val="black"/>
                </a:solidFill>
                <a:latin typeface="Arial Nova Light"/>
                <a:ea typeface="DejaVu Sans"/>
              </a:rPr>
              <a:t>Difficulty for artists to stand out.</a:t>
            </a:r>
          </a:p>
          <a:p>
            <a:pPr marL="285750" indent="-285750" algn="just" defTabSz="593844">
              <a:lnSpc>
                <a:spcPts val="2364"/>
              </a:lnSpc>
              <a:spcBef>
                <a:spcPct val="0"/>
              </a:spcBef>
              <a:buFont typeface="Arial" panose="020B0604020202020204" pitchFamily="34" charset="0"/>
              <a:buChar char="•"/>
            </a:pPr>
            <a:r>
              <a:rPr lang="en-US" sz="1600" spc="-1" dirty="0">
                <a:solidFill>
                  <a:prstClr val="black"/>
                </a:solidFill>
                <a:latin typeface="Arial Nova Light"/>
                <a:ea typeface="DejaVu Sans"/>
              </a:rPr>
              <a:t>Importance of effective discovery strategies.</a:t>
            </a:r>
          </a:p>
          <a:p>
            <a:pPr algn="just" defTabSz="593844">
              <a:lnSpc>
                <a:spcPts val="2364"/>
              </a:lnSpc>
              <a:spcBef>
                <a:spcPct val="0"/>
              </a:spcBef>
            </a:pPr>
            <a:r>
              <a:rPr lang="en-US" sz="1600" b="1" spc="-1" dirty="0">
                <a:solidFill>
                  <a:prstClr val="black"/>
                </a:solidFill>
                <a:latin typeface="Arial Nova Light"/>
                <a:ea typeface="DejaVu Sans"/>
              </a:rPr>
              <a:t>Shift from Creativity to Data-Driven Strategy</a:t>
            </a:r>
          </a:p>
          <a:p>
            <a:pPr marL="285750" indent="-285750" algn="just" defTabSz="593844">
              <a:lnSpc>
                <a:spcPts val="2364"/>
              </a:lnSpc>
              <a:spcBef>
                <a:spcPct val="0"/>
              </a:spcBef>
              <a:buFont typeface="Arial" panose="020B0604020202020204" pitchFamily="34" charset="0"/>
              <a:buChar char="•"/>
            </a:pPr>
            <a:r>
              <a:rPr lang="en-US" sz="1600" spc="-1" dirty="0">
                <a:solidFill>
                  <a:prstClr val="black"/>
                </a:solidFill>
                <a:latin typeface="Arial Nova Light"/>
                <a:ea typeface="DejaVu Sans"/>
              </a:rPr>
              <a:t>Creativity still matters, but data analysis offers an edge.</a:t>
            </a:r>
          </a:p>
          <a:p>
            <a:pPr marL="285750" indent="-285750" algn="just" defTabSz="593844">
              <a:lnSpc>
                <a:spcPts val="2364"/>
              </a:lnSpc>
              <a:spcBef>
                <a:spcPct val="0"/>
              </a:spcBef>
              <a:buFont typeface="Arial" panose="020B0604020202020204" pitchFamily="34" charset="0"/>
              <a:buChar char="•"/>
            </a:pPr>
            <a:r>
              <a:rPr lang="en-US" sz="1600" spc="-1" dirty="0">
                <a:solidFill>
                  <a:prstClr val="black"/>
                </a:solidFill>
                <a:latin typeface="Arial Nova Light"/>
                <a:ea typeface="DejaVu Sans"/>
              </a:rPr>
              <a:t>Understanding what makes tracks successful.</a:t>
            </a:r>
          </a:p>
          <a:p>
            <a:pPr algn="just" defTabSz="593844">
              <a:lnSpc>
                <a:spcPts val="2364"/>
              </a:lnSpc>
              <a:spcBef>
                <a:spcPct val="0"/>
              </a:spcBef>
            </a:pPr>
            <a:r>
              <a:rPr lang="en-US" sz="1600" b="1" spc="-1" dirty="0">
                <a:solidFill>
                  <a:prstClr val="black"/>
                </a:solidFill>
                <a:latin typeface="Arial Nova Light"/>
                <a:ea typeface="DejaVu Sans"/>
              </a:rPr>
              <a:t>Goal and Insight</a:t>
            </a:r>
          </a:p>
          <a:p>
            <a:pPr marL="285750" indent="-285750" algn="just" defTabSz="593844">
              <a:lnSpc>
                <a:spcPts val="2364"/>
              </a:lnSpc>
              <a:spcBef>
                <a:spcPct val="0"/>
              </a:spcBef>
              <a:buFont typeface="Arial" panose="020B0604020202020204" pitchFamily="34" charset="0"/>
              <a:buChar char="•"/>
            </a:pPr>
            <a:r>
              <a:rPr lang="en-US" sz="1600" spc="-1" dirty="0">
                <a:solidFill>
                  <a:prstClr val="black"/>
                </a:solidFill>
                <a:latin typeface="Arial Nova Light"/>
                <a:ea typeface="DejaVu Sans"/>
              </a:rPr>
              <a:t>Identify audio and metadata features that define hit songs.</a:t>
            </a:r>
          </a:p>
          <a:p>
            <a:pPr marL="285750" indent="-285750" algn="just" defTabSz="593844">
              <a:lnSpc>
                <a:spcPts val="2364"/>
              </a:lnSpc>
              <a:spcBef>
                <a:spcPct val="0"/>
              </a:spcBef>
              <a:buFont typeface="Arial" panose="020B0604020202020204" pitchFamily="34" charset="0"/>
              <a:buChar char="•"/>
            </a:pPr>
            <a:r>
              <a:rPr lang="en-US" sz="1600" spc="-1" dirty="0">
                <a:solidFill>
                  <a:prstClr val="black"/>
                </a:solidFill>
                <a:latin typeface="Arial Nova Light"/>
                <a:ea typeface="DejaVu Sans"/>
              </a:rPr>
              <a:t>Move from intuition to evidence-based production decisions.</a:t>
            </a:r>
            <a:endParaRPr lang="en-US" sz="1600" spc="-1" dirty="0">
              <a:solidFill>
                <a:prstClr val="black"/>
              </a:solidFill>
              <a:latin typeface="Arial"/>
            </a:endParaRPr>
          </a:p>
        </p:txBody>
      </p:sp>
      <p:pic>
        <p:nvPicPr>
          <p:cNvPr id="1026" name="Picture 2">
            <a:extLst>
              <a:ext uri="{FF2B5EF4-FFF2-40B4-BE49-F238E27FC236}">
                <a16:creationId xmlns:a16="http://schemas.microsoft.com/office/drawing/2014/main" id="{32980C5E-22EA-A262-A795-20B7C091FFF4}"/>
              </a:ext>
            </a:extLst>
          </p:cNvPr>
          <p:cNvPicPr>
            <a:picLocks noChangeAspect="1" noChangeArrowheads="1"/>
          </p:cNvPicPr>
          <p:nvPr/>
        </p:nvPicPr>
        <p:blipFill rotWithShape="1">
          <a:blip r:embed="rId4">
            <a:duotone>
              <a:schemeClr val="bg2">
                <a:shade val="45000"/>
                <a:satMod val="135000"/>
              </a:schemeClr>
              <a:prstClr val="white"/>
            </a:duotone>
            <a:extLst>
              <a:ext uri="{BEBA8EAE-BF5A-486C-A8C5-ECC9F3942E4B}">
                <a14:imgProps xmlns:a14="http://schemas.microsoft.com/office/drawing/2010/main">
                  <a14:imgLayer r:embed="rId5">
                    <a14:imgEffect>
                      <a14:colorTemperature colorTemp="6600"/>
                    </a14:imgEffect>
                    <a14:imgEffect>
                      <a14:saturation sat="400000"/>
                    </a14:imgEffect>
                    <a14:imgEffect>
                      <a14:brightnessContrast bright="82000" contrast="100000"/>
                    </a14:imgEffect>
                  </a14:imgLayer>
                </a14:imgProps>
              </a:ext>
              <a:ext uri="{28A0092B-C50C-407E-A947-70E740481C1C}">
                <a14:useLocalDpi xmlns:a14="http://schemas.microsoft.com/office/drawing/2010/main" val="0"/>
              </a:ext>
            </a:extLst>
          </a:blip>
          <a:srcRect l="6970" r="6583"/>
          <a:stretch/>
        </p:blipFill>
        <p:spPr bwMode="auto">
          <a:xfrm>
            <a:off x="100709" y="18689830"/>
            <a:ext cx="7195148" cy="288000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9C9C5303-F872-8609-DC90-1BD9B1640191}"/>
              </a:ext>
            </a:extLst>
          </p:cNvPr>
          <p:cNvGrpSpPr/>
          <p:nvPr/>
        </p:nvGrpSpPr>
        <p:grpSpPr>
          <a:xfrm>
            <a:off x="7624918" y="9936873"/>
            <a:ext cx="6663649" cy="916626"/>
            <a:chOff x="8018428" y="912724"/>
            <a:chExt cx="6799730" cy="1080000"/>
          </a:xfrm>
        </p:grpSpPr>
        <p:sp>
          <p:nvSpPr>
            <p:cNvPr id="17" name="Freeform 24">
              <a:extLst>
                <a:ext uri="{FF2B5EF4-FFF2-40B4-BE49-F238E27FC236}">
                  <a16:creationId xmlns:a16="http://schemas.microsoft.com/office/drawing/2014/main" id="{802B00EE-2C51-ED28-0A84-4808BF498A1C}"/>
                </a:ext>
              </a:extLst>
            </p:cNvPr>
            <p:cNvSpPr>
              <a:spLocks noChangeAspect="1"/>
            </p:cNvSpPr>
            <p:nvPr/>
          </p:nvSpPr>
          <p:spPr>
            <a:xfrm>
              <a:off x="8018428" y="912724"/>
              <a:ext cx="1080000" cy="108000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4B0A0"/>
            </a:solidFill>
            <a:ln w="12700">
              <a:solidFill>
                <a:srgbClr val="04B0A0"/>
              </a:solidFill>
            </a:ln>
          </p:spPr>
          <p:txBody>
            <a:bodyPr/>
            <a:lstStyle/>
            <a:p>
              <a:endParaRPr lang="en-IE" sz="4600" dirty="0"/>
            </a:p>
          </p:txBody>
        </p:sp>
        <p:sp>
          <p:nvSpPr>
            <p:cNvPr id="19" name="TextBox 25">
              <a:extLst>
                <a:ext uri="{FF2B5EF4-FFF2-40B4-BE49-F238E27FC236}">
                  <a16:creationId xmlns:a16="http://schemas.microsoft.com/office/drawing/2014/main" id="{CE50B929-BD71-D2A2-92C7-B30864A28891}"/>
                </a:ext>
              </a:extLst>
            </p:cNvPr>
            <p:cNvSpPr txBox="1"/>
            <p:nvPr/>
          </p:nvSpPr>
          <p:spPr>
            <a:xfrm>
              <a:off x="8267668" y="1227462"/>
              <a:ext cx="614708" cy="559705"/>
            </a:xfrm>
            <a:prstGeom prst="rect">
              <a:avLst/>
            </a:prstGeom>
          </p:spPr>
          <p:txBody>
            <a:bodyPr lIns="0" tIns="0" rIns="0" bIns="0" rtlCol="0" anchor="t">
              <a:spAutoFit/>
            </a:bodyPr>
            <a:lstStyle/>
            <a:p>
              <a:pPr algn="ctr" defTabSz="593844">
                <a:lnSpc>
                  <a:spcPts val="4222"/>
                </a:lnSpc>
                <a:spcBef>
                  <a:spcPct val="0"/>
                </a:spcBef>
              </a:pPr>
              <a:r>
                <a:rPr lang="en-US" sz="4600" b="1" spc="-97" dirty="0">
                  <a:solidFill>
                    <a:srgbClr val="04B0A0"/>
                  </a:solidFill>
                  <a:latin typeface="Space Mono" panose="020B0604020202020204" charset="0"/>
                </a:rPr>
                <a:t>03</a:t>
              </a:r>
            </a:p>
          </p:txBody>
        </p:sp>
        <p:sp>
          <p:nvSpPr>
            <p:cNvPr id="33" name="TextBox 26">
              <a:extLst>
                <a:ext uri="{FF2B5EF4-FFF2-40B4-BE49-F238E27FC236}">
                  <a16:creationId xmlns:a16="http://schemas.microsoft.com/office/drawing/2014/main" id="{92DC477B-28CC-316A-07F5-8712A9B7EE23}"/>
                </a:ext>
              </a:extLst>
            </p:cNvPr>
            <p:cNvSpPr txBox="1"/>
            <p:nvPr/>
          </p:nvSpPr>
          <p:spPr>
            <a:xfrm>
              <a:off x="9475320" y="1228699"/>
              <a:ext cx="5342838" cy="559705"/>
            </a:xfrm>
            <a:prstGeom prst="rect">
              <a:avLst/>
            </a:prstGeom>
          </p:spPr>
          <p:txBody>
            <a:bodyPr lIns="0" tIns="0" rIns="0" bIns="0" rtlCol="0" anchor="t">
              <a:spAutoFit/>
            </a:bodyPr>
            <a:lstStyle/>
            <a:p>
              <a:pPr defTabSz="593844">
                <a:lnSpc>
                  <a:spcPts val="4222"/>
                </a:lnSpc>
                <a:spcBef>
                  <a:spcPct val="0"/>
                </a:spcBef>
              </a:pPr>
              <a:r>
                <a:rPr lang="en-US" sz="4600" b="1" spc="100" dirty="0">
                  <a:solidFill>
                    <a:srgbClr val="04B0A0"/>
                  </a:solidFill>
                  <a:latin typeface="Space Mono" panose="020B0604020202020204" charset="0"/>
                </a:rPr>
                <a:t>METHODOLOGY</a:t>
              </a:r>
            </a:p>
          </p:txBody>
        </p:sp>
      </p:grpSp>
      <p:grpSp>
        <p:nvGrpSpPr>
          <p:cNvPr id="76" name="Group 75">
            <a:extLst>
              <a:ext uri="{FF2B5EF4-FFF2-40B4-BE49-F238E27FC236}">
                <a16:creationId xmlns:a16="http://schemas.microsoft.com/office/drawing/2014/main" id="{497BB03C-F843-6378-4EF8-4D0BB16C4822}"/>
              </a:ext>
            </a:extLst>
          </p:cNvPr>
          <p:cNvGrpSpPr/>
          <p:nvPr/>
        </p:nvGrpSpPr>
        <p:grpSpPr>
          <a:xfrm>
            <a:off x="22924490" y="14283219"/>
            <a:ext cx="6663649" cy="916626"/>
            <a:chOff x="8018428" y="912724"/>
            <a:chExt cx="6799730" cy="1080000"/>
          </a:xfrm>
        </p:grpSpPr>
        <p:sp>
          <p:nvSpPr>
            <p:cNvPr id="77" name="Freeform 24">
              <a:extLst>
                <a:ext uri="{FF2B5EF4-FFF2-40B4-BE49-F238E27FC236}">
                  <a16:creationId xmlns:a16="http://schemas.microsoft.com/office/drawing/2014/main" id="{4D32689A-FD79-AA2A-783E-BFD0B6ABA271}"/>
                </a:ext>
              </a:extLst>
            </p:cNvPr>
            <p:cNvSpPr>
              <a:spLocks noChangeAspect="1"/>
            </p:cNvSpPr>
            <p:nvPr/>
          </p:nvSpPr>
          <p:spPr>
            <a:xfrm>
              <a:off x="8018428" y="912724"/>
              <a:ext cx="1080000" cy="108000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4B0A0"/>
            </a:solidFill>
            <a:ln w="12700">
              <a:solidFill>
                <a:srgbClr val="04B0A0"/>
              </a:solidFill>
            </a:ln>
          </p:spPr>
          <p:txBody>
            <a:bodyPr/>
            <a:lstStyle/>
            <a:p>
              <a:endParaRPr lang="en-IE" dirty="0"/>
            </a:p>
          </p:txBody>
        </p:sp>
        <p:sp>
          <p:nvSpPr>
            <p:cNvPr id="78" name="TextBox 25">
              <a:extLst>
                <a:ext uri="{FF2B5EF4-FFF2-40B4-BE49-F238E27FC236}">
                  <a16:creationId xmlns:a16="http://schemas.microsoft.com/office/drawing/2014/main" id="{9B4EBB3B-A3BA-0056-A4DB-8C285DA1015C}"/>
                </a:ext>
              </a:extLst>
            </p:cNvPr>
            <p:cNvSpPr txBox="1"/>
            <p:nvPr/>
          </p:nvSpPr>
          <p:spPr>
            <a:xfrm>
              <a:off x="8267668" y="1227462"/>
              <a:ext cx="614708" cy="651455"/>
            </a:xfrm>
            <a:prstGeom prst="rect">
              <a:avLst/>
            </a:prstGeom>
          </p:spPr>
          <p:txBody>
            <a:bodyPr lIns="0" tIns="0" rIns="0" bIns="0" rtlCol="0" anchor="t">
              <a:spAutoFit/>
            </a:bodyPr>
            <a:lstStyle/>
            <a:p>
              <a:pPr algn="ctr" defTabSz="593844">
                <a:lnSpc>
                  <a:spcPts val="4222"/>
                </a:lnSpc>
                <a:spcBef>
                  <a:spcPct val="0"/>
                </a:spcBef>
              </a:pPr>
              <a:r>
                <a:rPr lang="en-US" sz="4400" b="1" spc="-97" dirty="0">
                  <a:solidFill>
                    <a:srgbClr val="04B0A0"/>
                  </a:solidFill>
                  <a:latin typeface="Space Mono" panose="020B0604020202020204" charset="0"/>
                </a:rPr>
                <a:t>04</a:t>
              </a:r>
            </a:p>
          </p:txBody>
        </p:sp>
        <p:sp>
          <p:nvSpPr>
            <p:cNvPr id="79" name="TextBox 26">
              <a:extLst>
                <a:ext uri="{FF2B5EF4-FFF2-40B4-BE49-F238E27FC236}">
                  <a16:creationId xmlns:a16="http://schemas.microsoft.com/office/drawing/2014/main" id="{AC2A0D63-29AC-A9E5-1327-C22F1CFBBB53}"/>
                </a:ext>
              </a:extLst>
            </p:cNvPr>
            <p:cNvSpPr txBox="1"/>
            <p:nvPr/>
          </p:nvSpPr>
          <p:spPr>
            <a:xfrm>
              <a:off x="9475320" y="1228699"/>
              <a:ext cx="5342838" cy="552908"/>
            </a:xfrm>
            <a:prstGeom prst="rect">
              <a:avLst/>
            </a:prstGeom>
          </p:spPr>
          <p:txBody>
            <a:bodyPr lIns="0" tIns="0" rIns="0" bIns="0" rtlCol="0" anchor="t">
              <a:spAutoFit/>
            </a:bodyPr>
            <a:lstStyle/>
            <a:p>
              <a:pPr defTabSz="593844">
                <a:lnSpc>
                  <a:spcPts val="4222"/>
                </a:lnSpc>
                <a:spcBef>
                  <a:spcPct val="0"/>
                </a:spcBef>
              </a:pPr>
              <a:r>
                <a:rPr lang="en-US" sz="4400" b="1" spc="100" dirty="0">
                  <a:solidFill>
                    <a:srgbClr val="04B0A0"/>
                  </a:solidFill>
                  <a:latin typeface="Space Mono" panose="020B0604020202020204" charset="0"/>
                </a:rPr>
                <a:t>CONCLUSION</a:t>
              </a:r>
            </a:p>
          </p:txBody>
        </p:sp>
      </p:grpSp>
      <p:sp>
        <p:nvSpPr>
          <p:cNvPr id="121" name="TextBox 68">
            <a:extLst>
              <a:ext uri="{FF2B5EF4-FFF2-40B4-BE49-F238E27FC236}">
                <a16:creationId xmlns:a16="http://schemas.microsoft.com/office/drawing/2014/main" id="{35D81CA1-5867-B1C8-ED76-16DEFD28DF31}"/>
              </a:ext>
            </a:extLst>
          </p:cNvPr>
          <p:cNvSpPr txBox="1"/>
          <p:nvPr/>
        </p:nvSpPr>
        <p:spPr>
          <a:xfrm>
            <a:off x="7869600" y="10811603"/>
            <a:ext cx="6320533" cy="553998"/>
          </a:xfrm>
          <a:prstGeom prst="rect">
            <a:avLst/>
          </a:prstGeom>
        </p:spPr>
        <p:txBody>
          <a:bodyPr wrap="square" lIns="0" tIns="0" rIns="0" bIns="0" rtlCol="0" anchor="t">
            <a:spAutoFit/>
          </a:bodyPr>
          <a:lstStyle/>
          <a:p>
            <a:r>
              <a:rPr lang="en-US" sz="3600" dirty="0">
                <a:solidFill>
                  <a:srgbClr val="89C345"/>
                </a:solidFill>
                <a:latin typeface="Barlow Medium"/>
              </a:rPr>
              <a:t>CRISP-DM Methodology:</a:t>
            </a:r>
          </a:p>
        </p:txBody>
      </p:sp>
      <p:sp>
        <p:nvSpPr>
          <p:cNvPr id="124" name="TextBox 99">
            <a:extLst>
              <a:ext uri="{FF2B5EF4-FFF2-40B4-BE49-F238E27FC236}">
                <a16:creationId xmlns:a16="http://schemas.microsoft.com/office/drawing/2014/main" id="{382F7953-3064-9A0A-758D-592605BB46FB}"/>
              </a:ext>
            </a:extLst>
          </p:cNvPr>
          <p:cNvSpPr txBox="1"/>
          <p:nvPr/>
        </p:nvSpPr>
        <p:spPr>
          <a:xfrm>
            <a:off x="7774588" y="6667223"/>
            <a:ext cx="6951264" cy="2626360"/>
          </a:xfrm>
          <a:prstGeom prst="rect">
            <a:avLst/>
          </a:prstGeom>
        </p:spPr>
        <p:txBody>
          <a:bodyPr wrap="square" lIns="0" tIns="0" rIns="0" bIns="0" rtlCol="0" anchor="t">
            <a:spAutoFit/>
          </a:bodyPr>
          <a:lstStyle/>
          <a:p>
            <a:pPr marL="342900" lvl="0" indent="-342900" algn="just">
              <a:spcAft>
                <a:spcPts val="800"/>
              </a:spcAft>
              <a:buSzPts val="1000"/>
              <a:buFont typeface="Symbol" panose="05050102010706020507" pitchFamily="18" charset="2"/>
              <a:buChar char=""/>
              <a:tabLst>
                <a:tab pos="457200" algn="l"/>
              </a:tabLst>
            </a:pPr>
            <a:r>
              <a:rPr lang="en-US" sz="1600" b="1" spc="-1" dirty="0">
                <a:solidFill>
                  <a:prstClr val="black"/>
                </a:solidFill>
                <a:latin typeface="Arial Nova Light"/>
              </a:rPr>
              <a:t>Identify</a:t>
            </a:r>
            <a:r>
              <a:rPr lang="en-US" sz="1600" spc="-1" dirty="0">
                <a:solidFill>
                  <a:prstClr val="black"/>
                </a:solidFill>
                <a:latin typeface="Arial Nova Light"/>
              </a:rPr>
              <a:t> statistical relationships between audio features (danceability, energy, loudness, valence) and song popularity classification</a:t>
            </a:r>
          </a:p>
          <a:p>
            <a:pPr marL="342900" lvl="0" indent="-342900" algn="just">
              <a:spcAft>
                <a:spcPts val="800"/>
              </a:spcAft>
              <a:buSzPts val="1000"/>
              <a:buFont typeface="Symbol" panose="05050102010706020507" pitchFamily="18" charset="2"/>
              <a:buChar char=""/>
              <a:tabLst>
                <a:tab pos="457200" algn="l"/>
              </a:tabLst>
            </a:pPr>
            <a:r>
              <a:rPr lang="en-US" sz="1600" b="1" spc="-1" dirty="0">
                <a:solidFill>
                  <a:prstClr val="black"/>
                </a:solidFill>
                <a:latin typeface="Arial Nova Light"/>
              </a:rPr>
              <a:t>Analyze</a:t>
            </a:r>
            <a:r>
              <a:rPr lang="en-US" sz="1600" spc="-1" dirty="0">
                <a:solidFill>
                  <a:prstClr val="black"/>
                </a:solidFill>
                <a:latin typeface="Arial Nova Light"/>
              </a:rPr>
              <a:t> structural elements including tempo, duration, key, mode, and release timing for correlation with success</a:t>
            </a:r>
          </a:p>
          <a:p>
            <a:pPr marL="342900" lvl="0" indent="-342900" algn="just">
              <a:spcAft>
                <a:spcPts val="800"/>
              </a:spcAft>
              <a:buSzPts val="1000"/>
              <a:buFont typeface="Symbol" panose="05050102010706020507" pitchFamily="18" charset="2"/>
              <a:buChar char=""/>
              <a:tabLst>
                <a:tab pos="457200" algn="l"/>
              </a:tabLst>
            </a:pPr>
            <a:r>
              <a:rPr lang="en-US" sz="1600" b="1" spc="-1" dirty="0">
                <a:solidFill>
                  <a:prstClr val="black"/>
                </a:solidFill>
                <a:latin typeface="Arial Nova Light"/>
              </a:rPr>
              <a:t>Develop</a:t>
            </a:r>
            <a:r>
              <a:rPr lang="en-US" sz="1600" spc="-1" dirty="0">
                <a:solidFill>
                  <a:prstClr val="black"/>
                </a:solidFill>
                <a:latin typeface="Arial Nova Light"/>
              </a:rPr>
              <a:t> accurate ML models to predict high popularity songs based on intrinsic features</a:t>
            </a:r>
          </a:p>
          <a:p>
            <a:pPr marL="342900" lvl="0" indent="-342900" algn="just">
              <a:spcAft>
                <a:spcPts val="800"/>
              </a:spcAft>
              <a:buSzPts val="1000"/>
              <a:buFont typeface="Symbol" panose="05050102010706020507" pitchFamily="18" charset="2"/>
              <a:buChar char=""/>
              <a:tabLst>
                <a:tab pos="457200" algn="l"/>
              </a:tabLst>
            </a:pPr>
            <a:r>
              <a:rPr lang="en-IE" sz="1600" b="1" spc="-1" dirty="0">
                <a:solidFill>
                  <a:prstClr val="black"/>
                </a:solidFill>
                <a:latin typeface="Arial Nova Light"/>
              </a:rPr>
              <a:t>Compare</a:t>
            </a:r>
            <a:r>
              <a:rPr lang="en-IE" sz="1600" spc="-1" dirty="0">
                <a:solidFill>
                  <a:prstClr val="black"/>
                </a:solidFill>
                <a:latin typeface="Arial Nova Light"/>
              </a:rPr>
              <a:t> and choose the best of three machine learning models</a:t>
            </a:r>
          </a:p>
          <a:p>
            <a:pPr marL="342900" lvl="0" indent="-342900" algn="just">
              <a:spcAft>
                <a:spcPts val="800"/>
              </a:spcAft>
              <a:buSzPts val="1000"/>
              <a:buFont typeface="Symbol" panose="05050102010706020507" pitchFamily="18" charset="2"/>
              <a:buChar char=""/>
              <a:tabLst>
                <a:tab pos="457200" algn="l"/>
              </a:tabLst>
            </a:pPr>
            <a:r>
              <a:rPr lang="en-US" sz="1600" b="1" spc="-1" dirty="0">
                <a:solidFill>
                  <a:prstClr val="black"/>
                </a:solidFill>
                <a:latin typeface="Arial Nova Light"/>
              </a:rPr>
              <a:t>Extract actionable insights and strategic recommendations</a:t>
            </a:r>
            <a:r>
              <a:rPr lang="en-US" sz="1600" spc="-1" dirty="0">
                <a:solidFill>
                  <a:prstClr val="black"/>
                </a:solidFill>
                <a:latin typeface="Arial Nova Light"/>
              </a:rPr>
              <a:t> for artists and producers to increase competitive advantage</a:t>
            </a:r>
            <a:endParaRPr lang="en-IE" sz="1600" spc="-1" dirty="0">
              <a:solidFill>
                <a:prstClr val="black"/>
              </a:solidFill>
              <a:latin typeface="Arial Nova Light"/>
            </a:endParaRPr>
          </a:p>
        </p:txBody>
      </p:sp>
      <p:grpSp>
        <p:nvGrpSpPr>
          <p:cNvPr id="125" name="Group 124">
            <a:extLst>
              <a:ext uri="{FF2B5EF4-FFF2-40B4-BE49-F238E27FC236}">
                <a16:creationId xmlns:a16="http://schemas.microsoft.com/office/drawing/2014/main" id="{1DE921A6-39C9-BC2D-6C51-4B286A11A6D1}"/>
              </a:ext>
            </a:extLst>
          </p:cNvPr>
          <p:cNvGrpSpPr/>
          <p:nvPr/>
        </p:nvGrpSpPr>
        <p:grpSpPr>
          <a:xfrm>
            <a:off x="7653493" y="5567932"/>
            <a:ext cx="6663649" cy="916626"/>
            <a:chOff x="8018428" y="912724"/>
            <a:chExt cx="6799730" cy="1080000"/>
          </a:xfrm>
        </p:grpSpPr>
        <p:sp>
          <p:nvSpPr>
            <p:cNvPr id="126" name="Freeform 24">
              <a:extLst>
                <a:ext uri="{FF2B5EF4-FFF2-40B4-BE49-F238E27FC236}">
                  <a16:creationId xmlns:a16="http://schemas.microsoft.com/office/drawing/2014/main" id="{863D703E-D1BD-BCDF-58AB-D71E1FDDCF8A}"/>
                </a:ext>
              </a:extLst>
            </p:cNvPr>
            <p:cNvSpPr>
              <a:spLocks noChangeAspect="1"/>
            </p:cNvSpPr>
            <p:nvPr/>
          </p:nvSpPr>
          <p:spPr>
            <a:xfrm>
              <a:off x="8018428" y="912724"/>
              <a:ext cx="1080000" cy="108000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4B0A0"/>
            </a:solidFill>
            <a:ln w="12700">
              <a:solidFill>
                <a:srgbClr val="04B0A0"/>
              </a:solidFill>
            </a:ln>
          </p:spPr>
          <p:txBody>
            <a:bodyPr/>
            <a:lstStyle/>
            <a:p>
              <a:endParaRPr lang="en-IE" sz="4600" dirty="0"/>
            </a:p>
          </p:txBody>
        </p:sp>
        <p:sp>
          <p:nvSpPr>
            <p:cNvPr id="127" name="TextBox 25">
              <a:extLst>
                <a:ext uri="{FF2B5EF4-FFF2-40B4-BE49-F238E27FC236}">
                  <a16:creationId xmlns:a16="http://schemas.microsoft.com/office/drawing/2014/main" id="{1E5DA534-E25C-D05C-FC3F-03ED8D64AB3C}"/>
                </a:ext>
              </a:extLst>
            </p:cNvPr>
            <p:cNvSpPr txBox="1"/>
            <p:nvPr/>
          </p:nvSpPr>
          <p:spPr>
            <a:xfrm>
              <a:off x="8267668" y="1227462"/>
              <a:ext cx="614708" cy="559705"/>
            </a:xfrm>
            <a:prstGeom prst="rect">
              <a:avLst/>
            </a:prstGeom>
          </p:spPr>
          <p:txBody>
            <a:bodyPr lIns="0" tIns="0" rIns="0" bIns="0" rtlCol="0" anchor="t">
              <a:spAutoFit/>
            </a:bodyPr>
            <a:lstStyle/>
            <a:p>
              <a:pPr algn="ctr" defTabSz="593844">
                <a:lnSpc>
                  <a:spcPts val="4222"/>
                </a:lnSpc>
                <a:spcBef>
                  <a:spcPct val="0"/>
                </a:spcBef>
              </a:pPr>
              <a:r>
                <a:rPr lang="en-US" sz="4600" b="1" spc="-97" dirty="0">
                  <a:solidFill>
                    <a:srgbClr val="04B0A0"/>
                  </a:solidFill>
                  <a:latin typeface="Space Mono" panose="020B0604020202020204" charset="0"/>
                </a:rPr>
                <a:t>02</a:t>
              </a:r>
            </a:p>
          </p:txBody>
        </p:sp>
        <p:sp>
          <p:nvSpPr>
            <p:cNvPr id="1024" name="TextBox 26">
              <a:extLst>
                <a:ext uri="{FF2B5EF4-FFF2-40B4-BE49-F238E27FC236}">
                  <a16:creationId xmlns:a16="http://schemas.microsoft.com/office/drawing/2014/main" id="{DFD7683C-2434-8290-F339-9E2E8EB7CDA4}"/>
                </a:ext>
              </a:extLst>
            </p:cNvPr>
            <p:cNvSpPr txBox="1"/>
            <p:nvPr/>
          </p:nvSpPr>
          <p:spPr>
            <a:xfrm>
              <a:off x="9475320" y="1228699"/>
              <a:ext cx="5342838" cy="559705"/>
            </a:xfrm>
            <a:prstGeom prst="rect">
              <a:avLst/>
            </a:prstGeom>
          </p:spPr>
          <p:txBody>
            <a:bodyPr lIns="0" tIns="0" rIns="0" bIns="0" rtlCol="0" anchor="t">
              <a:spAutoFit/>
            </a:bodyPr>
            <a:lstStyle/>
            <a:p>
              <a:pPr defTabSz="593844">
                <a:lnSpc>
                  <a:spcPts val="4222"/>
                </a:lnSpc>
                <a:spcBef>
                  <a:spcPct val="0"/>
                </a:spcBef>
              </a:pPr>
              <a:r>
                <a:rPr lang="en-US" sz="4600" b="1" spc="100" dirty="0">
                  <a:solidFill>
                    <a:srgbClr val="04B0A0"/>
                  </a:solidFill>
                  <a:latin typeface="Space Mono" panose="020B0604020202020204" charset="0"/>
                </a:rPr>
                <a:t>OBJECTIVES</a:t>
              </a:r>
            </a:p>
          </p:txBody>
        </p:sp>
      </p:grpSp>
      <p:sp>
        <p:nvSpPr>
          <p:cNvPr id="1027" name="TextBox 99">
            <a:extLst>
              <a:ext uri="{FF2B5EF4-FFF2-40B4-BE49-F238E27FC236}">
                <a16:creationId xmlns:a16="http://schemas.microsoft.com/office/drawing/2014/main" id="{F95A1211-4B46-9727-634F-FE8D58A94F73}"/>
              </a:ext>
            </a:extLst>
          </p:cNvPr>
          <p:cNvSpPr txBox="1"/>
          <p:nvPr/>
        </p:nvSpPr>
        <p:spPr>
          <a:xfrm>
            <a:off x="8638536" y="19422670"/>
            <a:ext cx="6927025" cy="1634165"/>
          </a:xfrm>
          <a:prstGeom prst="rect">
            <a:avLst/>
          </a:prstGeom>
        </p:spPr>
        <p:txBody>
          <a:bodyPr wrap="square" lIns="0" tIns="0" rIns="0" bIns="0" rtlCol="0" anchor="t">
            <a:spAutoFit/>
          </a:bodyPr>
          <a:lstStyle/>
          <a:p>
            <a:pPr algn="ctr"/>
            <a:r>
              <a:rPr lang="en-US" sz="2800" dirty="0">
                <a:solidFill>
                  <a:srgbClr val="89C345"/>
                </a:solidFill>
                <a:latin typeface="Barlow Medium"/>
              </a:rPr>
              <a:t>Requirements:</a:t>
            </a:r>
          </a:p>
          <a:p>
            <a:pPr algn="ctr">
              <a:buFont typeface="Arial" panose="020B0604020202020204" pitchFamily="34" charset="0"/>
              <a:buChar char="•"/>
            </a:pPr>
            <a:r>
              <a:rPr lang="en-US" sz="1500" spc="-1" dirty="0">
                <a:solidFill>
                  <a:prstClr val="black"/>
                </a:solidFill>
                <a:latin typeface="Arial Nova Light"/>
              </a:rPr>
              <a:t>Technologies: </a:t>
            </a:r>
            <a:r>
              <a:rPr lang="en-US" sz="1500" spc="-1" dirty="0" err="1">
                <a:solidFill>
                  <a:prstClr val="black"/>
                </a:solidFill>
                <a:latin typeface="Arial Nova Light"/>
              </a:rPr>
              <a:t>Jupyter</a:t>
            </a:r>
            <a:r>
              <a:rPr lang="en-US" sz="1500" spc="-1" dirty="0">
                <a:solidFill>
                  <a:prstClr val="black"/>
                </a:solidFill>
                <a:latin typeface="Arial Nova Light"/>
              </a:rPr>
              <a:t> Notebook, Python.</a:t>
            </a:r>
          </a:p>
          <a:p>
            <a:pPr algn="ctr">
              <a:buFont typeface="Arial" panose="020B0604020202020204" pitchFamily="34" charset="0"/>
              <a:buChar char="•"/>
            </a:pPr>
            <a:r>
              <a:rPr lang="en-US" sz="1500" spc="-1" dirty="0">
                <a:solidFill>
                  <a:prstClr val="black"/>
                </a:solidFill>
                <a:latin typeface="Arial Nova Light"/>
              </a:rPr>
              <a:t>Data: Dataset from Kaggle:</a:t>
            </a:r>
          </a:p>
          <a:p>
            <a:pPr algn="ctr">
              <a:buFont typeface="Arial" panose="020B0604020202020204" pitchFamily="34" charset="0"/>
              <a:buChar char="•"/>
            </a:pPr>
            <a:r>
              <a:rPr lang="en-US" sz="1500" spc="-1" dirty="0">
                <a:solidFill>
                  <a:prstClr val="black"/>
                </a:solidFill>
                <a:latin typeface="Arial Nova Light"/>
              </a:rPr>
              <a:t>The dataset has the amount of records </a:t>
            </a:r>
            <a:r>
              <a:rPr lang="pt-BR" sz="1500" spc="-1" dirty="0" err="1">
                <a:solidFill>
                  <a:prstClr val="black"/>
                </a:solidFill>
                <a:latin typeface="Arial Nova Light"/>
              </a:rPr>
              <a:t>relatively</a:t>
            </a:r>
            <a:r>
              <a:rPr lang="pt-BR" sz="1500" spc="-1" dirty="0">
                <a:solidFill>
                  <a:prstClr val="black"/>
                </a:solidFill>
                <a:latin typeface="Arial Nova Light"/>
              </a:rPr>
              <a:t> </a:t>
            </a:r>
            <a:r>
              <a:rPr lang="en-US" sz="1500" spc="-1" dirty="0">
                <a:solidFill>
                  <a:prstClr val="black"/>
                </a:solidFill>
                <a:latin typeface="Arial Nova Light"/>
              </a:rPr>
              <a:t> for the analysis.</a:t>
            </a:r>
          </a:p>
          <a:p>
            <a:pPr algn="ctr">
              <a:buFont typeface="Arial" panose="020B0604020202020204" pitchFamily="34" charset="0"/>
              <a:buChar char="•"/>
            </a:pPr>
            <a:r>
              <a:rPr lang="en-US" sz="1500" spc="-1" dirty="0">
                <a:solidFill>
                  <a:prstClr val="black"/>
                </a:solidFill>
                <a:latin typeface="Arial Nova Light"/>
              </a:rPr>
              <a:t>Extracted directed by Spotify API.</a:t>
            </a:r>
          </a:p>
          <a:p>
            <a:endParaRPr lang="en-US" sz="1819" spc="-1" dirty="0">
              <a:solidFill>
                <a:prstClr val="black"/>
              </a:solidFill>
              <a:latin typeface="Arial Nova Light"/>
            </a:endParaRPr>
          </a:p>
        </p:txBody>
      </p:sp>
      <p:sp>
        <p:nvSpPr>
          <p:cNvPr id="1034" name="TextBox 26">
            <a:extLst>
              <a:ext uri="{FF2B5EF4-FFF2-40B4-BE49-F238E27FC236}">
                <a16:creationId xmlns:a16="http://schemas.microsoft.com/office/drawing/2014/main" id="{DDA72289-62AF-FF17-E8BE-7D5EDC8D023A}"/>
              </a:ext>
            </a:extLst>
          </p:cNvPr>
          <p:cNvSpPr txBox="1"/>
          <p:nvPr/>
        </p:nvSpPr>
        <p:spPr>
          <a:xfrm>
            <a:off x="7944376" y="16638973"/>
            <a:ext cx="6627170" cy="538609"/>
          </a:xfrm>
          <a:prstGeom prst="rect">
            <a:avLst/>
          </a:prstGeom>
        </p:spPr>
        <p:txBody>
          <a:bodyPr wrap="square" lIns="0" tIns="0" rIns="0" bIns="0" rtlCol="0" anchor="t">
            <a:spAutoFit/>
          </a:bodyPr>
          <a:lstStyle/>
          <a:p>
            <a:pPr defTabSz="593844">
              <a:lnSpc>
                <a:spcPts val="4222"/>
              </a:lnSpc>
              <a:spcBef>
                <a:spcPct val="0"/>
              </a:spcBef>
            </a:pPr>
            <a:r>
              <a:rPr lang="en-US" sz="3500" b="1" spc="100" dirty="0">
                <a:solidFill>
                  <a:srgbClr val="04B0A0"/>
                </a:solidFill>
                <a:latin typeface="Space Mono" panose="020B0604020202020204" charset="0"/>
              </a:rPr>
              <a:t>BUSINESS UNDERSTANDING</a:t>
            </a:r>
          </a:p>
        </p:txBody>
      </p:sp>
      <p:sp>
        <p:nvSpPr>
          <p:cNvPr id="1041" name="TextBox 47">
            <a:extLst>
              <a:ext uri="{FF2B5EF4-FFF2-40B4-BE49-F238E27FC236}">
                <a16:creationId xmlns:a16="http://schemas.microsoft.com/office/drawing/2014/main" id="{A31C42DB-3943-2AD4-6578-EDBD35A60BAB}"/>
              </a:ext>
            </a:extLst>
          </p:cNvPr>
          <p:cNvSpPr/>
          <p:nvPr/>
        </p:nvSpPr>
        <p:spPr>
          <a:xfrm flipH="1">
            <a:off x="14123242" y="11799457"/>
            <a:ext cx="2169496" cy="231728"/>
          </a:xfrm>
          <a:prstGeom prst="rect">
            <a:avLst/>
          </a:prstGeom>
          <a:noFill/>
          <a:ln w="0">
            <a:noFill/>
          </a:ln>
        </p:spPr>
        <p:style>
          <a:lnRef idx="0">
            <a:scrgbClr r="0" g="0" b="0"/>
          </a:lnRef>
          <a:fillRef idx="0">
            <a:scrgbClr r="0" g="0" b="0"/>
          </a:fillRef>
          <a:effectRef idx="0">
            <a:scrgbClr r="0" g="0" b="0"/>
          </a:effectRef>
          <a:fontRef idx="minor"/>
        </p:style>
        <p:txBody>
          <a:bodyPr wrap="square" lIns="58464" tIns="29232" rIns="58464" bIns="29232" anchor="t">
            <a:spAutoFit/>
          </a:bodyPr>
          <a:lstStyle/>
          <a:p>
            <a:pPr defTabSz="2850938"/>
            <a:endParaRPr lang="es-MX" sz="1600" spc="-1" dirty="0">
              <a:solidFill>
                <a:srgbClr val="FFFFFF"/>
              </a:solidFill>
              <a:latin typeface="Arial"/>
            </a:endParaRPr>
          </a:p>
        </p:txBody>
      </p:sp>
      <p:sp>
        <p:nvSpPr>
          <p:cNvPr id="1045" name="TextBox 99">
            <a:extLst>
              <a:ext uri="{FF2B5EF4-FFF2-40B4-BE49-F238E27FC236}">
                <a16:creationId xmlns:a16="http://schemas.microsoft.com/office/drawing/2014/main" id="{BAC379A8-DCB1-426F-E99B-049E4803E266}"/>
              </a:ext>
            </a:extLst>
          </p:cNvPr>
          <p:cNvSpPr txBox="1"/>
          <p:nvPr/>
        </p:nvSpPr>
        <p:spPr>
          <a:xfrm>
            <a:off x="15189866" y="866334"/>
            <a:ext cx="6823998" cy="3699346"/>
          </a:xfrm>
          <a:prstGeom prst="rect">
            <a:avLst/>
          </a:prstGeom>
        </p:spPr>
        <p:txBody>
          <a:bodyPr wrap="square" lIns="0" tIns="0" rIns="0" bIns="0" rtlCol="0" anchor="t">
            <a:spAutoFit/>
          </a:bodyPr>
          <a:lstStyle/>
          <a:p>
            <a:pPr algn="just">
              <a:lnSpc>
                <a:spcPct val="107000"/>
              </a:lnSpc>
              <a:spcAft>
                <a:spcPts val="800"/>
              </a:spcAft>
            </a:pPr>
            <a:r>
              <a:rPr lang="en-IE" sz="1600" b="1" spc="-1" dirty="0">
                <a:solidFill>
                  <a:prstClr val="black"/>
                </a:solidFill>
                <a:latin typeface="Arial Nova Light"/>
              </a:rPr>
              <a:t>1. Audio Features (Quantitative)</a:t>
            </a:r>
          </a:p>
          <a:p>
            <a:pPr algn="just">
              <a:lnSpc>
                <a:spcPct val="107000"/>
              </a:lnSpc>
              <a:spcAft>
                <a:spcPts val="800"/>
              </a:spcAft>
            </a:pPr>
            <a:r>
              <a:rPr lang="en-IE" sz="1600" spc="-1" dirty="0">
                <a:solidFill>
                  <a:prstClr val="black"/>
                </a:solidFill>
                <a:latin typeface="Arial Nova Light"/>
              </a:rPr>
              <a:t>Spotify-generated numerical descriptors of musical content:​​</a:t>
            </a:r>
          </a:p>
          <a:p>
            <a:pPr marL="285750" indent="-285750" algn="just">
              <a:lnSpc>
                <a:spcPct val="107000"/>
              </a:lnSpc>
              <a:spcAft>
                <a:spcPts val="800"/>
              </a:spcAft>
              <a:buFont typeface="Arial" panose="020B0604020202020204" pitchFamily="34" charset="0"/>
              <a:buChar char="•"/>
            </a:pPr>
            <a:r>
              <a:rPr lang="en-IE" sz="1600" spc="-1" dirty="0">
                <a:solidFill>
                  <a:prstClr val="black"/>
                </a:solidFill>
                <a:latin typeface="Arial Nova Light"/>
              </a:rPr>
              <a:t>Danceability (0-1), Energy (0-1), Loudness (dB)​, Valence (0-1), Tempo (BPM): </a:t>
            </a:r>
            <a:r>
              <a:rPr lang="en-IE" sz="1600" spc="-1" dirty="0" err="1">
                <a:solidFill>
                  <a:prstClr val="black"/>
                </a:solidFill>
                <a:latin typeface="Arial Nova Light"/>
              </a:rPr>
              <a:t>Duration_ms</a:t>
            </a:r>
            <a:r>
              <a:rPr lang="en-IE" sz="1600" spc="-1" dirty="0">
                <a:solidFill>
                  <a:prstClr val="black"/>
                </a:solidFill>
                <a:latin typeface="Arial Nova Light"/>
              </a:rPr>
              <a:t> (milliseconds), </a:t>
            </a:r>
            <a:r>
              <a:rPr lang="en-IE" sz="1600" spc="-1" dirty="0" err="1">
                <a:solidFill>
                  <a:prstClr val="black"/>
                </a:solidFill>
                <a:latin typeface="Arial Nova Light"/>
              </a:rPr>
              <a:t>Speechiness</a:t>
            </a:r>
            <a:r>
              <a:rPr lang="en-IE" sz="1600" spc="-1" dirty="0">
                <a:solidFill>
                  <a:prstClr val="black"/>
                </a:solidFill>
                <a:latin typeface="Arial Nova Light"/>
              </a:rPr>
              <a:t> (0-1), </a:t>
            </a:r>
            <a:r>
              <a:rPr lang="en-IE" sz="1600" spc="-1" dirty="0" err="1">
                <a:solidFill>
                  <a:prstClr val="black"/>
                </a:solidFill>
                <a:latin typeface="Arial Nova Light"/>
              </a:rPr>
              <a:t>Acousticness</a:t>
            </a:r>
            <a:r>
              <a:rPr lang="en-IE" sz="1600" spc="-1" dirty="0">
                <a:solidFill>
                  <a:prstClr val="black"/>
                </a:solidFill>
                <a:latin typeface="Arial Nova Light"/>
              </a:rPr>
              <a:t> (0-1), </a:t>
            </a:r>
            <a:r>
              <a:rPr lang="en-IE" sz="1600" spc="-1" dirty="0" err="1">
                <a:solidFill>
                  <a:prstClr val="black"/>
                </a:solidFill>
                <a:latin typeface="Arial Nova Light"/>
              </a:rPr>
              <a:t>Instrumentalness</a:t>
            </a:r>
            <a:r>
              <a:rPr lang="en-IE" sz="1600" spc="-1" dirty="0">
                <a:solidFill>
                  <a:prstClr val="black"/>
                </a:solidFill>
                <a:latin typeface="Arial Nova Light"/>
              </a:rPr>
              <a:t> (0-1) and Liveness (0-1)</a:t>
            </a:r>
          </a:p>
          <a:p>
            <a:pPr algn="just">
              <a:lnSpc>
                <a:spcPct val="107000"/>
              </a:lnSpc>
              <a:spcAft>
                <a:spcPts val="800"/>
              </a:spcAft>
            </a:pPr>
            <a:r>
              <a:rPr lang="en-IE" sz="1600" b="1" spc="-1" dirty="0">
                <a:solidFill>
                  <a:prstClr val="black"/>
                </a:solidFill>
                <a:latin typeface="Arial Nova Light"/>
              </a:rPr>
              <a:t>2. Metadata Features (Categorical &amp; Temporal)​​</a:t>
            </a:r>
          </a:p>
          <a:p>
            <a:pPr marL="285750" indent="-285750" algn="just">
              <a:lnSpc>
                <a:spcPct val="107000"/>
              </a:lnSpc>
              <a:spcAft>
                <a:spcPts val="800"/>
              </a:spcAft>
              <a:buFont typeface="Arial" panose="020B0604020202020204" pitchFamily="34" charset="0"/>
              <a:buChar char="•"/>
            </a:pPr>
            <a:r>
              <a:rPr lang="en-IE" sz="1600" b="1" spc="-1" dirty="0">
                <a:solidFill>
                  <a:prstClr val="black"/>
                </a:solidFill>
                <a:latin typeface="Arial Nova Light"/>
              </a:rPr>
              <a:t>Key</a:t>
            </a:r>
            <a:r>
              <a:rPr lang="en-IE" sz="1600" spc="-1" dirty="0">
                <a:solidFill>
                  <a:prstClr val="black"/>
                </a:solidFill>
                <a:latin typeface="Arial Nova Light"/>
              </a:rPr>
              <a:t>: Musical key (C, C#, D, etc.)​​</a:t>
            </a:r>
          </a:p>
          <a:p>
            <a:pPr marL="285750" indent="-285750" algn="just">
              <a:lnSpc>
                <a:spcPct val="107000"/>
              </a:lnSpc>
              <a:spcAft>
                <a:spcPts val="800"/>
              </a:spcAft>
              <a:buFont typeface="Arial" panose="020B0604020202020204" pitchFamily="34" charset="0"/>
              <a:buChar char="•"/>
            </a:pPr>
            <a:r>
              <a:rPr lang="en-IE" sz="1600" b="1" spc="-1" dirty="0">
                <a:solidFill>
                  <a:prstClr val="black"/>
                </a:solidFill>
                <a:latin typeface="Arial Nova Light"/>
              </a:rPr>
              <a:t>Mode</a:t>
            </a:r>
            <a:r>
              <a:rPr lang="en-IE" sz="1600" spc="-1" dirty="0">
                <a:solidFill>
                  <a:prstClr val="black"/>
                </a:solidFill>
                <a:latin typeface="Arial Nova Light"/>
              </a:rPr>
              <a:t>: Major or Minor tonality​​</a:t>
            </a:r>
          </a:p>
          <a:p>
            <a:pPr marL="285750" indent="-285750" algn="just">
              <a:lnSpc>
                <a:spcPct val="107000"/>
              </a:lnSpc>
              <a:spcAft>
                <a:spcPts val="800"/>
              </a:spcAft>
              <a:buFont typeface="Arial" panose="020B0604020202020204" pitchFamily="34" charset="0"/>
              <a:buChar char="•"/>
            </a:pPr>
            <a:r>
              <a:rPr lang="en-IE" sz="1600" b="1" spc="-1" dirty="0">
                <a:solidFill>
                  <a:prstClr val="black"/>
                </a:solidFill>
                <a:latin typeface="Arial Nova Light"/>
              </a:rPr>
              <a:t>Time Signature</a:t>
            </a:r>
            <a:r>
              <a:rPr lang="en-IE" sz="1600" spc="-1" dirty="0">
                <a:solidFill>
                  <a:prstClr val="black"/>
                </a:solidFill>
                <a:latin typeface="Arial Nova Light"/>
              </a:rPr>
              <a:t>: Beats per measure​​</a:t>
            </a:r>
          </a:p>
          <a:p>
            <a:pPr marL="285750" indent="-285750" algn="just">
              <a:lnSpc>
                <a:spcPct val="107000"/>
              </a:lnSpc>
              <a:spcAft>
                <a:spcPts val="800"/>
              </a:spcAft>
              <a:buFont typeface="Arial" panose="020B0604020202020204" pitchFamily="34" charset="0"/>
              <a:buChar char="•"/>
            </a:pPr>
            <a:r>
              <a:rPr lang="en-IE" sz="1600" b="1" spc="-1" dirty="0" err="1">
                <a:solidFill>
                  <a:prstClr val="black"/>
                </a:solidFill>
                <a:latin typeface="Arial Nova Light"/>
              </a:rPr>
              <a:t>Track_album_release_date</a:t>
            </a:r>
            <a:r>
              <a:rPr lang="en-IE" sz="1600" spc="-1" dirty="0">
                <a:solidFill>
                  <a:prstClr val="black"/>
                </a:solidFill>
                <a:latin typeface="Arial Nova Light"/>
              </a:rPr>
              <a:t>: Release timestamp​​</a:t>
            </a:r>
          </a:p>
          <a:p>
            <a:pPr marL="285750" indent="-285750" algn="just">
              <a:lnSpc>
                <a:spcPct val="107000"/>
              </a:lnSpc>
              <a:spcAft>
                <a:spcPts val="800"/>
              </a:spcAft>
              <a:buFont typeface="Arial" panose="020B0604020202020204" pitchFamily="34" charset="0"/>
              <a:buChar char="•"/>
            </a:pPr>
            <a:r>
              <a:rPr lang="en-IE" sz="1600" b="1" spc="-1" dirty="0">
                <a:solidFill>
                  <a:prstClr val="black"/>
                </a:solidFill>
                <a:latin typeface="Arial Nova Light"/>
              </a:rPr>
              <a:t>Artist, Album, Track Name</a:t>
            </a:r>
            <a:r>
              <a:rPr lang="en-IE" sz="1600" spc="-1" dirty="0">
                <a:solidFill>
                  <a:prstClr val="black"/>
                </a:solidFill>
                <a:latin typeface="Arial Nova Light"/>
              </a:rPr>
              <a:t>: Identifiers (removed for </a:t>
            </a:r>
            <a:r>
              <a:rPr lang="en-IE" sz="1600" spc="-1" dirty="0" err="1">
                <a:solidFill>
                  <a:prstClr val="black"/>
                </a:solidFill>
                <a:latin typeface="Arial Nova Light"/>
              </a:rPr>
              <a:t>modeling</a:t>
            </a:r>
            <a:r>
              <a:rPr lang="en-IE" sz="1600" spc="-1" dirty="0">
                <a:solidFill>
                  <a:prstClr val="black"/>
                </a:solidFill>
                <a:latin typeface="Arial Nova Light"/>
              </a:rPr>
              <a:t>)</a:t>
            </a:r>
            <a:endParaRPr lang="en-IE" sz="1550" spc="-1" dirty="0">
              <a:solidFill>
                <a:prstClr val="black"/>
              </a:solidFill>
              <a:latin typeface="Arial Nova Light"/>
            </a:endParaRPr>
          </a:p>
        </p:txBody>
      </p:sp>
      <p:sp>
        <p:nvSpPr>
          <p:cNvPr id="1049" name="TextBox 26">
            <a:extLst>
              <a:ext uri="{FF2B5EF4-FFF2-40B4-BE49-F238E27FC236}">
                <a16:creationId xmlns:a16="http://schemas.microsoft.com/office/drawing/2014/main" id="{673E2268-9640-4DA9-01BD-3636BDBEF404}"/>
              </a:ext>
            </a:extLst>
          </p:cNvPr>
          <p:cNvSpPr txBox="1"/>
          <p:nvPr/>
        </p:nvSpPr>
        <p:spPr>
          <a:xfrm>
            <a:off x="15172286" y="286040"/>
            <a:ext cx="6325841" cy="566437"/>
          </a:xfrm>
          <a:prstGeom prst="rect">
            <a:avLst/>
          </a:prstGeom>
        </p:spPr>
        <p:txBody>
          <a:bodyPr wrap="square" lIns="0" tIns="0" rIns="0" bIns="0" rtlCol="0" anchor="t">
            <a:spAutoFit/>
          </a:bodyPr>
          <a:lstStyle/>
          <a:p>
            <a:pPr defTabSz="593844">
              <a:lnSpc>
                <a:spcPts val="4222"/>
              </a:lnSpc>
              <a:spcBef>
                <a:spcPct val="0"/>
              </a:spcBef>
            </a:pPr>
            <a:r>
              <a:rPr lang="en-US" sz="4800" b="1" spc="100" dirty="0">
                <a:solidFill>
                  <a:srgbClr val="04B0A0"/>
                </a:solidFill>
                <a:latin typeface="Space Mono" panose="020B0604020202020204" charset="0"/>
              </a:rPr>
              <a:t>DATA UNDERSTANDING</a:t>
            </a:r>
          </a:p>
        </p:txBody>
      </p:sp>
      <p:sp>
        <p:nvSpPr>
          <p:cNvPr id="75" name="TextBox 26">
            <a:extLst>
              <a:ext uri="{FF2B5EF4-FFF2-40B4-BE49-F238E27FC236}">
                <a16:creationId xmlns:a16="http://schemas.microsoft.com/office/drawing/2014/main" id="{75B90155-7512-ECBD-7F62-18FB7A8DB8D6}"/>
              </a:ext>
            </a:extLst>
          </p:cNvPr>
          <p:cNvSpPr txBox="1"/>
          <p:nvPr/>
        </p:nvSpPr>
        <p:spPr>
          <a:xfrm>
            <a:off x="23015667" y="223739"/>
            <a:ext cx="6904348" cy="590162"/>
          </a:xfrm>
          <a:prstGeom prst="rect">
            <a:avLst/>
          </a:prstGeom>
        </p:spPr>
        <p:txBody>
          <a:bodyPr wrap="square" lIns="0" tIns="0" rIns="0" bIns="0" rtlCol="0" anchor="t">
            <a:spAutoFit/>
          </a:bodyPr>
          <a:lstStyle/>
          <a:p>
            <a:pPr defTabSz="593844">
              <a:lnSpc>
                <a:spcPts val="4222"/>
              </a:lnSpc>
              <a:spcBef>
                <a:spcPct val="0"/>
              </a:spcBef>
            </a:pPr>
            <a:r>
              <a:rPr lang="en-US" sz="5500" b="1" spc="100" dirty="0">
                <a:solidFill>
                  <a:srgbClr val="35A8C9"/>
                </a:solidFill>
                <a:latin typeface="Space Mono" panose="020B0604020202020204" charset="0"/>
              </a:rPr>
              <a:t>Modeling &amp; Evaluation</a:t>
            </a:r>
          </a:p>
        </p:txBody>
      </p:sp>
      <p:sp>
        <p:nvSpPr>
          <p:cNvPr id="1159" name="TextBox 99">
            <a:extLst>
              <a:ext uri="{FF2B5EF4-FFF2-40B4-BE49-F238E27FC236}">
                <a16:creationId xmlns:a16="http://schemas.microsoft.com/office/drawing/2014/main" id="{5BBA2DCA-8468-E004-9560-A2B2C378F1BA}"/>
              </a:ext>
            </a:extLst>
          </p:cNvPr>
          <p:cNvSpPr txBox="1"/>
          <p:nvPr/>
        </p:nvSpPr>
        <p:spPr>
          <a:xfrm>
            <a:off x="22917525" y="20249263"/>
            <a:ext cx="6986847" cy="1138773"/>
          </a:xfrm>
          <a:prstGeom prst="rect">
            <a:avLst/>
          </a:prstGeom>
        </p:spPr>
        <p:txBody>
          <a:bodyPr wrap="square" lIns="0" tIns="0" rIns="0" bIns="0" rtlCol="0" anchor="t">
            <a:spAutoFit/>
          </a:bodyPr>
          <a:lstStyle/>
          <a:p>
            <a:pPr algn="ctr"/>
            <a:r>
              <a:rPr lang="en-US" sz="1400" dirty="0">
                <a:solidFill>
                  <a:srgbClr val="89C345"/>
                </a:solidFill>
                <a:latin typeface="Barlow Medium"/>
              </a:rPr>
              <a:t>References</a:t>
            </a:r>
          </a:p>
          <a:p>
            <a:pPr algn="just"/>
            <a:endParaRPr lang="en-US" sz="1000" spc="-1" dirty="0">
              <a:solidFill>
                <a:prstClr val="black"/>
              </a:solidFill>
              <a:latin typeface="Arial Nova Light"/>
            </a:endParaRPr>
          </a:p>
          <a:p>
            <a:pPr marL="171450" indent="-171450" algn="just">
              <a:buFont typeface="Arial" panose="020B0604020202020204" pitchFamily="34" charset="0"/>
              <a:buChar char="•"/>
            </a:pPr>
            <a:r>
              <a:rPr lang="en-US" sz="1000" spc="-1" dirty="0" err="1">
                <a:solidFill>
                  <a:prstClr val="black"/>
                </a:solidFill>
                <a:latin typeface="Arial Nova Light"/>
              </a:rPr>
              <a:t>FrancescaLazzeri</a:t>
            </a:r>
            <a:r>
              <a:rPr lang="en-US" sz="1000" spc="-1" dirty="0">
                <a:solidFill>
                  <a:prstClr val="black"/>
                </a:solidFill>
                <a:latin typeface="Arial Nova Light"/>
              </a:rPr>
              <a:t> (2022). Deep Learning vs. Machine Learning - Azure Machine Learning.​</a:t>
            </a:r>
          </a:p>
          <a:p>
            <a:pPr marL="171450" indent="-171450" algn="just">
              <a:buFont typeface="Arial" panose="020B0604020202020204" pitchFamily="34" charset="0"/>
              <a:buChar char="•"/>
            </a:pPr>
            <a:endParaRPr lang="en-US" sz="1000" spc="-1" dirty="0">
              <a:solidFill>
                <a:prstClr val="black"/>
              </a:solidFill>
              <a:latin typeface="Arial Nova Light"/>
            </a:endParaRPr>
          </a:p>
          <a:p>
            <a:pPr marL="171450" indent="-171450" algn="just">
              <a:buFont typeface="Arial" panose="020B0604020202020204" pitchFamily="34" charset="0"/>
              <a:buChar char="•"/>
            </a:pPr>
            <a:endParaRPr lang="en-US" sz="1000" spc="-1" dirty="0">
              <a:solidFill>
                <a:prstClr val="black"/>
              </a:solidFill>
              <a:latin typeface="Arial Nova Light"/>
            </a:endParaRPr>
          </a:p>
          <a:p>
            <a:pPr marL="171450" indent="-171450" algn="just">
              <a:buFont typeface="Arial" panose="020B0604020202020204" pitchFamily="34" charset="0"/>
              <a:buChar char="•"/>
            </a:pPr>
            <a:r>
              <a:rPr lang="en-US" sz="1000" spc="-1" dirty="0">
                <a:solidFill>
                  <a:prstClr val="black"/>
                </a:solidFill>
                <a:latin typeface="Arial Nova Light"/>
              </a:rPr>
              <a:t>Kateri, A. and Kateri, M. (2024). Foundations of Statistics for Data Scientists. CRC Press.​</a:t>
            </a:r>
          </a:p>
          <a:p>
            <a:pPr algn="just"/>
            <a:endParaRPr lang="en-US" sz="1000" spc="-1" dirty="0">
              <a:solidFill>
                <a:prstClr val="black"/>
              </a:solidFill>
              <a:latin typeface="Arial Nova Light"/>
            </a:endParaRPr>
          </a:p>
        </p:txBody>
      </p:sp>
      <p:sp>
        <p:nvSpPr>
          <p:cNvPr id="1171" name="TextBox 94">
            <a:extLst>
              <a:ext uri="{FF2B5EF4-FFF2-40B4-BE49-F238E27FC236}">
                <a16:creationId xmlns:a16="http://schemas.microsoft.com/office/drawing/2014/main" id="{29790CE7-B1CE-D741-1F3C-1DDD04ACBB7A}"/>
              </a:ext>
            </a:extLst>
          </p:cNvPr>
          <p:cNvSpPr txBox="1"/>
          <p:nvPr/>
        </p:nvSpPr>
        <p:spPr>
          <a:xfrm>
            <a:off x="258461" y="8074224"/>
            <a:ext cx="4548864" cy="325089"/>
          </a:xfrm>
          <a:prstGeom prst="rect">
            <a:avLst/>
          </a:prstGeom>
        </p:spPr>
        <p:txBody>
          <a:bodyPr lIns="0" tIns="0" rIns="0" bIns="0" rtlCol="0" anchor="t">
            <a:spAutoFit/>
          </a:bodyPr>
          <a:lstStyle/>
          <a:p>
            <a:pPr defTabSz="593844">
              <a:lnSpc>
                <a:spcPts val="2533"/>
              </a:lnSpc>
              <a:spcBef>
                <a:spcPct val="0"/>
              </a:spcBef>
            </a:pPr>
            <a:r>
              <a:rPr lang="en-US" sz="2500" b="1" spc="-58" dirty="0">
                <a:solidFill>
                  <a:srgbClr val="FFFFFF"/>
                </a:solidFill>
                <a:latin typeface="Space Mono" panose="02000509040000020004" charset="0"/>
              </a:rPr>
              <a:t>Research Questions</a:t>
            </a:r>
          </a:p>
        </p:txBody>
      </p:sp>
      <p:sp>
        <p:nvSpPr>
          <p:cNvPr id="1172" name="TextBox 95">
            <a:extLst>
              <a:ext uri="{FF2B5EF4-FFF2-40B4-BE49-F238E27FC236}">
                <a16:creationId xmlns:a16="http://schemas.microsoft.com/office/drawing/2014/main" id="{9825B2E1-622D-0D1E-B0DC-0D34DC1ADB54}"/>
              </a:ext>
            </a:extLst>
          </p:cNvPr>
          <p:cNvSpPr txBox="1"/>
          <p:nvPr/>
        </p:nvSpPr>
        <p:spPr>
          <a:xfrm>
            <a:off x="235467" y="8379533"/>
            <a:ext cx="6838464" cy="4431983"/>
          </a:xfrm>
          <a:prstGeom prst="rect">
            <a:avLst/>
          </a:prstGeom>
        </p:spPr>
        <p:txBody>
          <a:bodyPr wrap="square" lIns="0" tIns="0" rIns="0" bIns="0" rtlCol="0" anchor="t">
            <a:spAutoFit/>
          </a:bodyPr>
          <a:lstStyle/>
          <a:p>
            <a:pPr algn="just" defTabSz="593844">
              <a:spcBef>
                <a:spcPct val="0"/>
              </a:spcBef>
            </a:pPr>
            <a:r>
              <a:rPr lang="en-US" sz="2400" dirty="0">
                <a:solidFill>
                  <a:srgbClr val="FFFFFF"/>
                </a:solidFill>
                <a:latin typeface="+mj-lt"/>
              </a:rPr>
              <a:t>Question 1: </a:t>
            </a:r>
          </a:p>
          <a:p>
            <a:pPr marL="285750" indent="-285750" algn="just" defTabSz="593844">
              <a:spcBef>
                <a:spcPct val="0"/>
              </a:spcBef>
              <a:buFont typeface="Arial" panose="020B0604020202020204" pitchFamily="34" charset="0"/>
              <a:buChar char="•"/>
            </a:pPr>
            <a:r>
              <a:rPr lang="en-US" sz="2400" b="1" dirty="0">
                <a:solidFill>
                  <a:srgbClr val="FFFFFF"/>
                </a:solidFill>
                <a:latin typeface="+mj-lt"/>
              </a:rPr>
              <a:t>Can intrinsic audio features (danceability, energy, loudness, tempo) and metadata (release year, key, mode) predict whether a song achieves high popularity on Spotify?</a:t>
            </a:r>
          </a:p>
          <a:p>
            <a:pPr algn="just" defTabSz="593844">
              <a:spcBef>
                <a:spcPct val="0"/>
              </a:spcBef>
            </a:pPr>
            <a:r>
              <a:rPr lang="en-US" sz="2400" dirty="0">
                <a:solidFill>
                  <a:srgbClr val="FFFFFF"/>
                </a:solidFill>
                <a:latin typeface="+mj-lt"/>
              </a:rPr>
              <a:t>Question 2: </a:t>
            </a:r>
          </a:p>
          <a:p>
            <a:pPr marL="285750" indent="-285750" algn="just" defTabSz="593844">
              <a:spcBef>
                <a:spcPct val="0"/>
              </a:spcBef>
              <a:buFont typeface="Arial" panose="020B0604020202020204" pitchFamily="34" charset="0"/>
              <a:buChar char="•"/>
            </a:pPr>
            <a:r>
              <a:rPr lang="en-US" sz="2400" b="1" dirty="0">
                <a:solidFill>
                  <a:srgbClr val="FFFFFF"/>
                </a:solidFill>
                <a:latin typeface="+mj-lt"/>
              </a:rPr>
              <a:t>Do structural elements like duration, tempo, and key show a significant correlation with popularity?</a:t>
            </a:r>
          </a:p>
          <a:p>
            <a:pPr algn="just" defTabSz="593844">
              <a:spcBef>
                <a:spcPct val="0"/>
              </a:spcBef>
            </a:pPr>
            <a:r>
              <a:rPr lang="en-US" sz="2400" dirty="0">
                <a:solidFill>
                  <a:srgbClr val="FFFFFF"/>
                </a:solidFill>
                <a:latin typeface="+mj-lt"/>
              </a:rPr>
              <a:t>Question 3: </a:t>
            </a:r>
          </a:p>
          <a:p>
            <a:pPr marL="285750" indent="-285750" algn="just" defTabSz="593844">
              <a:spcBef>
                <a:spcPct val="0"/>
              </a:spcBef>
              <a:buFont typeface="Arial" panose="020B0604020202020204" pitchFamily="34" charset="0"/>
              <a:buChar char="•"/>
            </a:pPr>
            <a:r>
              <a:rPr lang="en-US" sz="2400" b="1" dirty="0">
                <a:solidFill>
                  <a:srgbClr val="FFFFFF"/>
                </a:solidFill>
                <a:latin typeface="+mj-lt"/>
              </a:rPr>
              <a:t>Can a machine learning model be developed to accurately predict whether a song will achieve high popularity?</a:t>
            </a:r>
          </a:p>
        </p:txBody>
      </p:sp>
      <p:sp>
        <p:nvSpPr>
          <p:cNvPr id="1173" name="TextBox 97">
            <a:extLst>
              <a:ext uri="{FF2B5EF4-FFF2-40B4-BE49-F238E27FC236}">
                <a16:creationId xmlns:a16="http://schemas.microsoft.com/office/drawing/2014/main" id="{F50D747F-24DF-B171-6310-AB6F92E9738E}"/>
              </a:ext>
            </a:extLst>
          </p:cNvPr>
          <p:cNvSpPr txBox="1"/>
          <p:nvPr/>
        </p:nvSpPr>
        <p:spPr>
          <a:xfrm>
            <a:off x="7907019" y="17214426"/>
            <a:ext cx="6897074" cy="1756635"/>
          </a:xfrm>
          <a:prstGeom prst="rect">
            <a:avLst/>
          </a:prstGeom>
        </p:spPr>
        <p:txBody>
          <a:bodyPr wrap="square" lIns="0" tIns="0" rIns="0" bIns="0" rtlCol="0" anchor="t">
            <a:spAutoFit/>
          </a:bodyPr>
          <a:lstStyle/>
          <a:p>
            <a:pPr marL="285750" indent="-285750">
              <a:lnSpc>
                <a:spcPct val="107000"/>
              </a:lnSpc>
              <a:spcAft>
                <a:spcPts val="800"/>
              </a:spcAft>
              <a:buFont typeface="Arial" panose="020B0604020202020204" pitchFamily="34" charset="0"/>
              <a:buChar char="•"/>
            </a:pPr>
            <a:r>
              <a:rPr lang="en-IE" sz="2400" b="1" spc="-1" dirty="0">
                <a:solidFill>
                  <a:prstClr val="black"/>
                </a:solidFill>
                <a:latin typeface="Arial Nova Light"/>
              </a:rPr>
              <a:t>Digital marketplace​​</a:t>
            </a:r>
          </a:p>
          <a:p>
            <a:pPr marL="285750" indent="-285750">
              <a:lnSpc>
                <a:spcPct val="107000"/>
              </a:lnSpc>
              <a:spcAft>
                <a:spcPts val="800"/>
              </a:spcAft>
              <a:buFont typeface="Arial" panose="020B0604020202020204" pitchFamily="34" charset="0"/>
              <a:buChar char="•"/>
            </a:pPr>
            <a:r>
              <a:rPr lang="en-IE" sz="2400" b="1" spc="-1" dirty="0">
                <a:solidFill>
                  <a:prstClr val="black"/>
                </a:solidFill>
                <a:latin typeface="Arial Nova Light"/>
              </a:rPr>
              <a:t>Problem</a:t>
            </a:r>
            <a:r>
              <a:rPr lang="en-IE" sz="2400" spc="-1" dirty="0">
                <a:solidFill>
                  <a:prstClr val="black"/>
                </a:solidFill>
                <a:latin typeface="Arial Nova Light"/>
              </a:rPr>
              <a:t>: Music discovery challenge in saturated </a:t>
            </a:r>
          </a:p>
          <a:p>
            <a:pPr marL="285750" indent="-285750">
              <a:lnSpc>
                <a:spcPct val="107000"/>
              </a:lnSpc>
              <a:spcAft>
                <a:spcPts val="800"/>
              </a:spcAft>
              <a:buFont typeface="Arial" panose="020B0604020202020204" pitchFamily="34" charset="0"/>
              <a:buChar char="•"/>
            </a:pPr>
            <a:r>
              <a:rPr lang="en-IE" sz="2400" b="1" spc="-1" dirty="0">
                <a:solidFill>
                  <a:prstClr val="black"/>
                </a:solidFill>
                <a:latin typeface="Arial Nova Light"/>
              </a:rPr>
              <a:t>Goal</a:t>
            </a:r>
            <a:r>
              <a:rPr lang="en-IE" sz="2400" spc="-1" dirty="0">
                <a:solidFill>
                  <a:prstClr val="black"/>
                </a:solidFill>
                <a:latin typeface="Arial Nova Light"/>
              </a:rPr>
              <a:t>: Identify data-driven characteristics of successful songs</a:t>
            </a:r>
            <a:r>
              <a:rPr lang="en-IE" sz="1550" spc="-1" dirty="0">
                <a:solidFill>
                  <a:prstClr val="black"/>
                </a:solidFill>
                <a:latin typeface="Arial Nova Light"/>
              </a:rPr>
              <a:t>​​</a:t>
            </a:r>
          </a:p>
        </p:txBody>
      </p:sp>
      <p:sp>
        <p:nvSpPr>
          <p:cNvPr id="1188" name="TextBox 99">
            <a:extLst>
              <a:ext uri="{FF2B5EF4-FFF2-40B4-BE49-F238E27FC236}">
                <a16:creationId xmlns:a16="http://schemas.microsoft.com/office/drawing/2014/main" id="{E47756D8-848C-B350-E944-EE3ECCA1FD8E}"/>
              </a:ext>
            </a:extLst>
          </p:cNvPr>
          <p:cNvSpPr txBox="1"/>
          <p:nvPr/>
        </p:nvSpPr>
        <p:spPr>
          <a:xfrm>
            <a:off x="15204723" y="11647461"/>
            <a:ext cx="6911977" cy="9807813"/>
          </a:xfrm>
          <a:prstGeom prst="rect">
            <a:avLst/>
          </a:prstGeom>
        </p:spPr>
        <p:txBody>
          <a:bodyPr wrap="square" lIns="0" tIns="0" rIns="0" bIns="0" rtlCol="0" anchor="t">
            <a:spAutoFit/>
          </a:bodyPr>
          <a:lstStyle/>
          <a:p>
            <a:pPr algn="just">
              <a:spcAft>
                <a:spcPts val="800"/>
              </a:spcAft>
            </a:pPr>
            <a:r>
              <a:rPr lang="en-IE" sz="1800" b="1" spc="-1" dirty="0">
                <a:solidFill>
                  <a:prstClr val="black"/>
                </a:solidFill>
                <a:latin typeface="Arial Nova Light"/>
              </a:rPr>
              <a:t>1. Data Consolidation</a:t>
            </a:r>
          </a:p>
          <a:p>
            <a:pPr marL="285750" indent="-285750" algn="just">
              <a:spcAft>
                <a:spcPts val="800"/>
              </a:spcAft>
              <a:buFont typeface="Arial" panose="020B0604020202020204" pitchFamily="34" charset="0"/>
              <a:buChar char="•"/>
            </a:pPr>
            <a:r>
              <a:rPr lang="en-IE" sz="1800" spc="-1" dirty="0">
                <a:solidFill>
                  <a:prstClr val="black"/>
                </a:solidFill>
                <a:latin typeface="Arial Nova Light"/>
              </a:rPr>
              <a:t>Imported two CSV files: high_popularity_spotify_data.csv and low_popularity_spotify_data.csv​​</a:t>
            </a:r>
          </a:p>
          <a:p>
            <a:pPr marL="285750" indent="-285750" algn="just">
              <a:spcAft>
                <a:spcPts val="800"/>
              </a:spcAft>
              <a:buFont typeface="Arial" panose="020B0604020202020204" pitchFamily="34" charset="0"/>
              <a:buChar char="•"/>
            </a:pPr>
            <a:r>
              <a:rPr lang="en-IE" sz="1800" spc="-1" dirty="0">
                <a:solidFill>
                  <a:prstClr val="black"/>
                </a:solidFill>
                <a:latin typeface="Arial Nova Light"/>
              </a:rPr>
              <a:t>Created binary target variable: popularity (1 = high, 0 = low)​​</a:t>
            </a:r>
          </a:p>
          <a:p>
            <a:pPr algn="just">
              <a:spcAft>
                <a:spcPts val="800"/>
              </a:spcAft>
            </a:pPr>
            <a:r>
              <a:rPr lang="en-IE" sz="1800" b="1" spc="-1" dirty="0">
                <a:solidFill>
                  <a:prstClr val="black"/>
                </a:solidFill>
                <a:latin typeface="Arial Nova Light"/>
              </a:rPr>
              <a:t>2. Data Cleaning</a:t>
            </a:r>
          </a:p>
          <a:p>
            <a:pPr marL="285750" indent="-285750" algn="just">
              <a:spcAft>
                <a:spcPts val="800"/>
              </a:spcAft>
              <a:buFont typeface="Arial" panose="020B0604020202020204" pitchFamily="34" charset="0"/>
              <a:buChar char="•"/>
            </a:pPr>
            <a:r>
              <a:rPr lang="en-IE" sz="1800" b="1" spc="-1" dirty="0">
                <a:solidFill>
                  <a:prstClr val="black"/>
                </a:solidFill>
                <a:latin typeface="Arial Nova Light"/>
              </a:rPr>
              <a:t>Missing values</a:t>
            </a:r>
            <a:r>
              <a:rPr lang="en-IE" sz="1800" spc="-1" dirty="0">
                <a:solidFill>
                  <a:prstClr val="black"/>
                </a:solidFill>
                <a:latin typeface="Arial Nova Light"/>
              </a:rPr>
              <a:t>: Removed all rows containing </a:t>
            </a:r>
            <a:r>
              <a:rPr lang="en-IE" sz="1800" spc="-1" dirty="0" err="1">
                <a:solidFill>
                  <a:prstClr val="black"/>
                </a:solidFill>
                <a:latin typeface="Arial Nova Light"/>
              </a:rPr>
              <a:t>NaN</a:t>
            </a:r>
            <a:r>
              <a:rPr lang="en-IE" sz="1800" spc="-1" dirty="0">
                <a:solidFill>
                  <a:prstClr val="black"/>
                </a:solidFill>
                <a:latin typeface="Arial Nova Light"/>
              </a:rPr>
              <a:t> values​​</a:t>
            </a:r>
          </a:p>
          <a:p>
            <a:pPr marL="285750" indent="-285750" algn="just">
              <a:spcAft>
                <a:spcPts val="800"/>
              </a:spcAft>
              <a:buFont typeface="Arial" panose="020B0604020202020204" pitchFamily="34" charset="0"/>
              <a:buChar char="•"/>
            </a:pPr>
            <a:r>
              <a:rPr lang="en-IE" sz="1800" b="1" spc="-1" dirty="0">
                <a:solidFill>
                  <a:prstClr val="black"/>
                </a:solidFill>
                <a:latin typeface="Arial Nova Light"/>
              </a:rPr>
              <a:t>Duplicates</a:t>
            </a:r>
            <a:r>
              <a:rPr lang="en-IE" sz="1800" spc="-1" dirty="0">
                <a:solidFill>
                  <a:prstClr val="black"/>
                </a:solidFill>
                <a:latin typeface="Arial Nova Light"/>
              </a:rPr>
              <a:t>: Identified and eliminated duplicate records​​</a:t>
            </a:r>
          </a:p>
          <a:p>
            <a:pPr marL="285750" indent="-285750" algn="just">
              <a:spcAft>
                <a:spcPts val="800"/>
              </a:spcAft>
              <a:buFont typeface="Arial" panose="020B0604020202020204" pitchFamily="34" charset="0"/>
              <a:buChar char="•"/>
            </a:pPr>
            <a:r>
              <a:rPr lang="en-IE" sz="1800" b="1" spc="-1" dirty="0">
                <a:solidFill>
                  <a:prstClr val="black"/>
                </a:solidFill>
                <a:latin typeface="Arial Nova Light"/>
              </a:rPr>
              <a:t>Irrelevant features</a:t>
            </a:r>
            <a:r>
              <a:rPr lang="en-IE" sz="1800" spc="-1" dirty="0">
                <a:solidFill>
                  <a:prstClr val="black"/>
                </a:solidFill>
                <a:latin typeface="Arial Nova Light"/>
              </a:rPr>
              <a:t>: Dropped non-predictive columns (</a:t>
            </a:r>
            <a:r>
              <a:rPr lang="en-IE" sz="1800" spc="-1" dirty="0" err="1">
                <a:solidFill>
                  <a:prstClr val="black"/>
                </a:solidFill>
                <a:latin typeface="Arial Nova Light"/>
              </a:rPr>
              <a:t>track_id</a:t>
            </a:r>
            <a:r>
              <a:rPr lang="en-IE" sz="1800" spc="-1" dirty="0">
                <a:solidFill>
                  <a:prstClr val="black"/>
                </a:solidFill>
                <a:latin typeface="Arial Nova Light"/>
              </a:rPr>
              <a:t>, </a:t>
            </a:r>
            <a:r>
              <a:rPr lang="en-IE" sz="1800" spc="-1" dirty="0" err="1">
                <a:solidFill>
                  <a:prstClr val="black"/>
                </a:solidFill>
                <a:latin typeface="Arial Nova Light"/>
              </a:rPr>
              <a:t>track_href</a:t>
            </a:r>
            <a:r>
              <a:rPr lang="en-IE" sz="1800" spc="-1" dirty="0">
                <a:solidFill>
                  <a:prstClr val="black"/>
                </a:solidFill>
                <a:latin typeface="Arial Nova Light"/>
              </a:rPr>
              <a:t>, </a:t>
            </a:r>
            <a:r>
              <a:rPr lang="en-IE" sz="1800" spc="-1" dirty="0" err="1">
                <a:solidFill>
                  <a:prstClr val="black"/>
                </a:solidFill>
                <a:latin typeface="Arial Nova Light"/>
              </a:rPr>
              <a:t>analysis_url</a:t>
            </a:r>
            <a:r>
              <a:rPr lang="en-IE" sz="1800" spc="-1" dirty="0">
                <a:solidFill>
                  <a:prstClr val="black"/>
                </a:solidFill>
                <a:latin typeface="Arial Nova Light"/>
              </a:rPr>
              <a:t>)​​</a:t>
            </a:r>
          </a:p>
          <a:p>
            <a:pPr algn="just">
              <a:spcAft>
                <a:spcPts val="800"/>
              </a:spcAft>
            </a:pPr>
            <a:r>
              <a:rPr lang="en-IE" sz="1800" b="1" spc="-1" dirty="0">
                <a:solidFill>
                  <a:prstClr val="black"/>
                </a:solidFill>
                <a:latin typeface="Arial Nova Light"/>
              </a:rPr>
              <a:t>3. Feature Engineering</a:t>
            </a:r>
          </a:p>
          <a:p>
            <a:pPr marL="285750" indent="-285750" algn="just">
              <a:spcAft>
                <a:spcPts val="800"/>
              </a:spcAft>
              <a:buFont typeface="Arial" panose="020B0604020202020204" pitchFamily="34" charset="0"/>
              <a:buChar char="•"/>
            </a:pPr>
            <a:r>
              <a:rPr lang="en-IE" sz="1800" spc="-1" dirty="0">
                <a:solidFill>
                  <a:prstClr val="black"/>
                </a:solidFill>
                <a:latin typeface="Arial Nova Light"/>
              </a:rPr>
              <a:t>Temporal extraction: Parsed </a:t>
            </a:r>
            <a:r>
              <a:rPr lang="en-IE" sz="1800" spc="-1" dirty="0" err="1">
                <a:solidFill>
                  <a:prstClr val="black"/>
                </a:solidFill>
                <a:latin typeface="Arial Nova Light"/>
              </a:rPr>
              <a:t>track_album_release_date</a:t>
            </a:r>
            <a:r>
              <a:rPr lang="en-IE" sz="1800" spc="-1" dirty="0">
                <a:solidFill>
                  <a:prstClr val="black"/>
                </a:solidFill>
                <a:latin typeface="Arial Nova Light"/>
              </a:rPr>
              <a:t> to create:</a:t>
            </a:r>
          </a:p>
          <a:p>
            <a:pPr marL="285750" indent="-285750" algn="just">
              <a:spcAft>
                <a:spcPts val="800"/>
              </a:spcAft>
              <a:buFont typeface="Arial" panose="020B0604020202020204" pitchFamily="34" charset="0"/>
              <a:buChar char="•"/>
            </a:pPr>
            <a:r>
              <a:rPr lang="en-IE" sz="1800" spc="-1" dirty="0">
                <a:solidFill>
                  <a:prstClr val="black"/>
                </a:solidFill>
                <a:latin typeface="Arial Nova Light"/>
              </a:rPr>
              <a:t>Categorical conversion: Transformed key and mode from numeric to categorical types​​</a:t>
            </a:r>
          </a:p>
          <a:p>
            <a:pPr algn="just">
              <a:spcAft>
                <a:spcPts val="800"/>
              </a:spcAft>
            </a:pPr>
            <a:r>
              <a:rPr lang="en-IE" sz="1800" b="1" spc="-1" dirty="0">
                <a:solidFill>
                  <a:prstClr val="black"/>
                </a:solidFill>
                <a:latin typeface="Arial Nova Light"/>
              </a:rPr>
              <a:t>4. Data Transformation &amp; Scaling</a:t>
            </a:r>
          </a:p>
          <a:p>
            <a:pPr marL="285750" indent="-285750" algn="just">
              <a:spcAft>
                <a:spcPts val="800"/>
              </a:spcAft>
              <a:buFont typeface="Arial" panose="020B0604020202020204" pitchFamily="34" charset="0"/>
              <a:buChar char="•"/>
            </a:pPr>
            <a:r>
              <a:rPr lang="en-IE" sz="1800" b="1" spc="-1" dirty="0" err="1">
                <a:solidFill>
                  <a:prstClr val="black"/>
                </a:solidFill>
                <a:latin typeface="Arial Nova Light"/>
              </a:rPr>
              <a:t>MinMaxScaler</a:t>
            </a:r>
            <a:r>
              <a:rPr lang="en-IE" sz="1800" spc="-1" dirty="0">
                <a:solidFill>
                  <a:prstClr val="black"/>
                </a:solidFill>
                <a:latin typeface="Arial Nova Light"/>
              </a:rPr>
              <a:t> normalization: Applied to numeric audio features (danceability, energy, loudness, tempo) to scale to range​​</a:t>
            </a:r>
          </a:p>
          <a:p>
            <a:pPr marL="285750" indent="-285750" algn="just">
              <a:spcAft>
                <a:spcPts val="800"/>
              </a:spcAft>
              <a:buFont typeface="Arial" panose="020B0604020202020204" pitchFamily="34" charset="0"/>
              <a:buChar char="•"/>
            </a:pPr>
            <a:r>
              <a:rPr lang="en-IE" sz="1800" b="1" spc="-1" dirty="0">
                <a:solidFill>
                  <a:prstClr val="black"/>
                </a:solidFill>
                <a:latin typeface="Arial Nova Light"/>
              </a:rPr>
              <a:t>Rationale</a:t>
            </a:r>
            <a:r>
              <a:rPr lang="en-IE" sz="1800" spc="-1" dirty="0">
                <a:solidFill>
                  <a:prstClr val="black"/>
                </a:solidFill>
                <a:latin typeface="Arial Nova Light"/>
              </a:rPr>
              <a:t>: Prevents magnitude-sensitive algorithms (e.g., SVM) from feature dominance​​</a:t>
            </a:r>
          </a:p>
          <a:p>
            <a:pPr algn="just">
              <a:spcAft>
                <a:spcPts val="800"/>
              </a:spcAft>
            </a:pPr>
            <a:r>
              <a:rPr lang="en-IE" sz="1800" b="1" spc="-1" dirty="0">
                <a:solidFill>
                  <a:prstClr val="black"/>
                </a:solidFill>
                <a:latin typeface="Arial Nova Light"/>
              </a:rPr>
              <a:t>5. Outlier Detection</a:t>
            </a:r>
          </a:p>
          <a:p>
            <a:pPr marL="285750" indent="-285750" algn="just">
              <a:spcAft>
                <a:spcPts val="800"/>
              </a:spcAft>
              <a:buFont typeface="Arial" panose="020B0604020202020204" pitchFamily="34" charset="0"/>
              <a:buChar char="•"/>
            </a:pPr>
            <a:r>
              <a:rPr lang="en-IE" sz="1800" b="1" spc="-1" dirty="0">
                <a:solidFill>
                  <a:prstClr val="black"/>
                </a:solidFill>
                <a:latin typeface="Arial Nova Light"/>
              </a:rPr>
              <a:t>IQR method</a:t>
            </a:r>
            <a:r>
              <a:rPr lang="en-IE" sz="1800" spc="-1" dirty="0">
                <a:solidFill>
                  <a:prstClr val="black"/>
                </a:solidFill>
                <a:latin typeface="Arial Nova Light"/>
              </a:rPr>
              <a:t>: Applied to each numeric feature individually</a:t>
            </a:r>
            <a:r>
              <a:rPr lang="en-US" sz="1800" spc="-1" dirty="0">
                <a:solidFill>
                  <a:prstClr val="black"/>
                </a:solidFill>
                <a:latin typeface="Arial Nova Light"/>
              </a:rPr>
              <a:t> </a:t>
            </a:r>
            <a:r>
              <a:rPr lang="en-US" sz="1800" b="1" i="1" spc="-1" dirty="0">
                <a:solidFill>
                  <a:prstClr val="black"/>
                </a:solidFill>
                <a:latin typeface="Arial Nova Light"/>
              </a:rPr>
              <a:t>Kateri, A. and Kateri, M. (2024). </a:t>
            </a:r>
            <a:r>
              <a:rPr lang="en-IE" sz="1800" b="1" i="1" spc="-1" dirty="0">
                <a:solidFill>
                  <a:prstClr val="black"/>
                </a:solidFill>
                <a:latin typeface="Arial Nova Light"/>
              </a:rPr>
              <a:t>​​</a:t>
            </a:r>
          </a:p>
          <a:p>
            <a:pPr algn="just">
              <a:spcAft>
                <a:spcPts val="800"/>
              </a:spcAft>
            </a:pPr>
            <a:r>
              <a:rPr lang="en-IE" sz="1800" b="1" spc="-1" dirty="0">
                <a:solidFill>
                  <a:prstClr val="black"/>
                </a:solidFill>
                <a:latin typeface="Arial Nova Light"/>
              </a:rPr>
              <a:t>6. Class Balance Check</a:t>
            </a:r>
          </a:p>
          <a:p>
            <a:pPr marL="285750" indent="-285750" algn="just">
              <a:spcAft>
                <a:spcPts val="800"/>
              </a:spcAft>
              <a:buFont typeface="Arial" panose="020B0604020202020204" pitchFamily="34" charset="0"/>
              <a:buChar char="•"/>
            </a:pPr>
            <a:r>
              <a:rPr lang="en-IE" sz="1800" spc="-1" dirty="0">
                <a:solidFill>
                  <a:prstClr val="black"/>
                </a:solidFill>
                <a:latin typeface="Arial Nova Light"/>
              </a:rPr>
              <a:t>Verified target variable distribution to assess imbalance​​ </a:t>
            </a:r>
            <a:r>
              <a:rPr lang="en-US" sz="1800" b="1" i="1" spc="-1" dirty="0">
                <a:solidFill>
                  <a:prstClr val="black"/>
                </a:solidFill>
                <a:latin typeface="Arial Nova Light"/>
              </a:rPr>
              <a:t>Kateri, A. and Kateri, M. (2024). </a:t>
            </a:r>
            <a:r>
              <a:rPr lang="en-IE" sz="1800" b="1" i="1" spc="-1" dirty="0">
                <a:solidFill>
                  <a:prstClr val="black"/>
                </a:solidFill>
                <a:latin typeface="Arial Nova Light"/>
              </a:rPr>
              <a:t>​​</a:t>
            </a:r>
            <a:endParaRPr lang="en-IE" sz="1800" spc="-1" dirty="0">
              <a:solidFill>
                <a:prstClr val="black"/>
              </a:solidFill>
              <a:latin typeface="Arial Nova Light"/>
            </a:endParaRPr>
          </a:p>
          <a:p>
            <a:pPr algn="just">
              <a:spcAft>
                <a:spcPts val="800"/>
              </a:spcAft>
            </a:pPr>
            <a:r>
              <a:rPr lang="en-IE" sz="1800" b="1" spc="-1" dirty="0">
                <a:solidFill>
                  <a:prstClr val="black"/>
                </a:solidFill>
                <a:latin typeface="Arial Nova Light"/>
              </a:rPr>
              <a:t>7. Final Dataset</a:t>
            </a:r>
          </a:p>
          <a:p>
            <a:pPr marL="285750" indent="-285750" algn="just">
              <a:spcAft>
                <a:spcPts val="800"/>
              </a:spcAft>
              <a:buFont typeface="Arial" panose="020B0604020202020204" pitchFamily="34" charset="0"/>
              <a:buChar char="•"/>
            </a:pPr>
            <a:r>
              <a:rPr lang="en-IE" sz="1800" spc="-1" dirty="0">
                <a:solidFill>
                  <a:prstClr val="black"/>
                </a:solidFill>
                <a:latin typeface="Arial Nova Light"/>
              </a:rPr>
              <a:t>Records: 4,829 songs​</a:t>
            </a:r>
          </a:p>
          <a:p>
            <a:pPr marL="285750" indent="-285750" algn="just">
              <a:spcAft>
                <a:spcPts val="800"/>
              </a:spcAft>
              <a:buFont typeface="Arial" panose="020B0604020202020204" pitchFamily="34" charset="0"/>
              <a:buChar char="•"/>
            </a:pPr>
            <a:r>
              <a:rPr lang="en-IE" sz="1800" spc="-1" dirty="0">
                <a:solidFill>
                  <a:prstClr val="black"/>
                </a:solidFill>
                <a:latin typeface="Arial Nova Light"/>
              </a:rPr>
              <a:t>Features: 20 predictive variables (after cleaning)​</a:t>
            </a:r>
          </a:p>
          <a:p>
            <a:pPr marL="285750" indent="-285750" algn="just">
              <a:spcAft>
                <a:spcPts val="800"/>
              </a:spcAft>
              <a:buFont typeface="Arial" panose="020B0604020202020204" pitchFamily="34" charset="0"/>
              <a:buChar char="•"/>
            </a:pPr>
            <a:r>
              <a:rPr lang="en-IE" sz="1800" spc="-1" dirty="0">
                <a:solidFill>
                  <a:prstClr val="black"/>
                </a:solidFill>
                <a:latin typeface="Arial Nova Light"/>
              </a:rPr>
              <a:t>Target: Binary classification (popular vs. less popular)</a:t>
            </a:r>
          </a:p>
        </p:txBody>
      </p:sp>
      <p:sp>
        <p:nvSpPr>
          <p:cNvPr id="1191" name="TextBox 26">
            <a:extLst>
              <a:ext uri="{FF2B5EF4-FFF2-40B4-BE49-F238E27FC236}">
                <a16:creationId xmlns:a16="http://schemas.microsoft.com/office/drawing/2014/main" id="{FA29581A-4309-AFE7-600D-ECCB93F9A837}"/>
              </a:ext>
            </a:extLst>
          </p:cNvPr>
          <p:cNvSpPr txBox="1"/>
          <p:nvPr/>
        </p:nvSpPr>
        <p:spPr>
          <a:xfrm>
            <a:off x="15166996" y="11156019"/>
            <a:ext cx="5097335" cy="469268"/>
          </a:xfrm>
          <a:prstGeom prst="rect">
            <a:avLst/>
          </a:prstGeom>
        </p:spPr>
        <p:txBody>
          <a:bodyPr wrap="square" lIns="0" tIns="0" rIns="0" bIns="0" rtlCol="0" anchor="t">
            <a:spAutoFit/>
          </a:bodyPr>
          <a:lstStyle/>
          <a:p>
            <a:pPr defTabSz="593844">
              <a:lnSpc>
                <a:spcPts val="4222"/>
              </a:lnSpc>
              <a:spcBef>
                <a:spcPct val="0"/>
              </a:spcBef>
            </a:pPr>
            <a:r>
              <a:rPr lang="en-US" sz="4400" b="1" spc="100" dirty="0">
                <a:solidFill>
                  <a:srgbClr val="04B0A0"/>
                </a:solidFill>
                <a:latin typeface="Space Mono" panose="020B0604020202020204" charset="0"/>
              </a:rPr>
              <a:t>DATA PREPARATION</a:t>
            </a:r>
          </a:p>
        </p:txBody>
      </p:sp>
      <p:sp>
        <p:nvSpPr>
          <p:cNvPr id="1221" name="TextBox 1220">
            <a:extLst>
              <a:ext uri="{FF2B5EF4-FFF2-40B4-BE49-F238E27FC236}">
                <a16:creationId xmlns:a16="http://schemas.microsoft.com/office/drawing/2014/main" id="{284BB727-EF30-3FFC-5874-48D1AF5B106D}"/>
              </a:ext>
            </a:extLst>
          </p:cNvPr>
          <p:cNvSpPr txBox="1"/>
          <p:nvPr/>
        </p:nvSpPr>
        <p:spPr>
          <a:xfrm>
            <a:off x="37805" y="16997019"/>
            <a:ext cx="7147356" cy="1708160"/>
          </a:xfrm>
          <a:prstGeom prst="rect">
            <a:avLst/>
          </a:prstGeom>
          <a:noFill/>
        </p:spPr>
        <p:txBody>
          <a:bodyPr wrap="square">
            <a:spAutoFit/>
          </a:bodyPr>
          <a:lstStyle/>
          <a:p>
            <a:pPr algn="just"/>
            <a:r>
              <a:rPr lang="en-US" sz="1500" b="1" dirty="0">
                <a:solidFill>
                  <a:schemeClr val="bg1"/>
                </a:solidFill>
                <a:latin typeface="Arial Nova Light" panose="020B0304020202020204" pitchFamily="34" charset="0"/>
              </a:rPr>
              <a:t>This line graph illustrates the “average popularity” of one score per “release year,” illustrating the historical pattern.</a:t>
            </a:r>
          </a:p>
          <a:p>
            <a:pPr marL="285750" indent="-285750" algn="just">
              <a:buFont typeface="Arial" panose="020B0604020202020204" pitchFamily="34" charset="0"/>
              <a:buChar char="•"/>
            </a:pPr>
            <a:r>
              <a:rPr lang="en-US" sz="1500" b="1" dirty="0">
                <a:solidFill>
                  <a:schemeClr val="bg1"/>
                </a:solidFill>
                <a:latin typeface="Arial Nova Light" panose="020B0304020202020204" pitchFamily="34" charset="0"/>
              </a:rPr>
              <a:t>This chart is very clear: Average popularity was high during the years from 1960-1980, fell rapidly after 1990</a:t>
            </a:r>
          </a:p>
          <a:p>
            <a:pPr marL="285750" indent="-285750" algn="just">
              <a:buFont typeface="Arial" panose="020B0604020202020204" pitchFamily="34" charset="0"/>
              <a:buChar char="•"/>
            </a:pPr>
            <a:r>
              <a:rPr lang="en-US" sz="1500" b="1" dirty="0">
                <a:solidFill>
                  <a:schemeClr val="bg1"/>
                </a:solidFill>
                <a:latin typeface="Arial Nova Light" panose="020B0304020202020204" pitchFamily="34" charset="0"/>
              </a:rPr>
              <a:t>It has slowly declined with some irregularities since then. This is a good example of how </a:t>
            </a:r>
            <a:r>
              <a:rPr lang="en-US" sz="1500" b="1" dirty="0" err="1">
                <a:solidFill>
                  <a:schemeClr val="bg1"/>
                </a:solidFill>
                <a:latin typeface="Arial Nova Light" panose="020B0304020202020204" pitchFamily="34" charset="0"/>
              </a:rPr>
              <a:t>release_year</a:t>
            </a:r>
            <a:r>
              <a:rPr lang="en-US" sz="1500" b="1" dirty="0">
                <a:solidFill>
                  <a:schemeClr val="bg1"/>
                </a:solidFill>
                <a:latin typeface="Arial Nova Light" panose="020B0304020202020204" pitchFamily="34" charset="0"/>
              </a:rPr>
              <a:t> is an important variable that reflects a dominant trend in the data.</a:t>
            </a:r>
          </a:p>
        </p:txBody>
      </p:sp>
      <p:sp>
        <p:nvSpPr>
          <p:cNvPr id="5" name="TextBox 4">
            <a:extLst>
              <a:ext uri="{FF2B5EF4-FFF2-40B4-BE49-F238E27FC236}">
                <a16:creationId xmlns:a16="http://schemas.microsoft.com/office/drawing/2014/main" id="{3271AFD0-EBD0-7CAD-0342-5883EC95992E}"/>
              </a:ext>
            </a:extLst>
          </p:cNvPr>
          <p:cNvSpPr txBox="1"/>
          <p:nvPr/>
        </p:nvSpPr>
        <p:spPr>
          <a:xfrm>
            <a:off x="23015666" y="804832"/>
            <a:ext cx="6397534" cy="5509200"/>
          </a:xfrm>
          <a:prstGeom prst="rect">
            <a:avLst/>
          </a:prstGeom>
          <a:noFill/>
        </p:spPr>
        <p:txBody>
          <a:bodyPr wrap="square" rtlCol="0">
            <a:spAutoFit/>
          </a:bodyPr>
          <a:lstStyle/>
          <a:p>
            <a:r>
              <a:rPr lang="pt-BR" sz="1600" dirty="0" err="1"/>
              <a:t>All</a:t>
            </a:r>
            <a:r>
              <a:rPr lang="pt-BR" sz="1600" dirty="0"/>
              <a:t> models </a:t>
            </a:r>
            <a:r>
              <a:rPr lang="pt-BR" sz="1600" dirty="0" err="1"/>
              <a:t>were</a:t>
            </a:r>
            <a:r>
              <a:rPr lang="pt-BR" sz="1600" dirty="0"/>
              <a:t> </a:t>
            </a:r>
            <a:r>
              <a:rPr lang="pt-BR" sz="1600" dirty="0" err="1"/>
              <a:t>trained</a:t>
            </a:r>
            <a:r>
              <a:rPr lang="pt-BR" sz="1600" dirty="0"/>
              <a:t> </a:t>
            </a:r>
            <a:r>
              <a:rPr lang="pt-BR" sz="1600" dirty="0" err="1"/>
              <a:t>using</a:t>
            </a:r>
            <a:r>
              <a:rPr lang="pt-BR" sz="1600" dirty="0"/>
              <a:t> </a:t>
            </a:r>
            <a:r>
              <a:rPr lang="pt-BR" sz="1600" dirty="0" err="1"/>
              <a:t>an</a:t>
            </a:r>
            <a:r>
              <a:rPr lang="pt-BR" sz="1600" dirty="0"/>
              <a:t> </a:t>
            </a:r>
            <a:r>
              <a:rPr lang="pt-BR" sz="1600" b="1" dirty="0"/>
              <a:t>[80/20 </a:t>
            </a:r>
            <a:r>
              <a:rPr lang="pt-BR" sz="1600" b="1" dirty="0" err="1"/>
              <a:t>and</a:t>
            </a:r>
            <a:r>
              <a:rPr lang="pt-BR" sz="1600" b="1" dirty="0"/>
              <a:t> 70/30] </a:t>
            </a:r>
            <a:r>
              <a:rPr lang="pt-BR" sz="1600" dirty="0"/>
              <a:t>split </a:t>
            </a:r>
            <a:r>
              <a:rPr lang="pt-BR" sz="1600" dirty="0" err="1"/>
              <a:t>and</a:t>
            </a:r>
            <a:r>
              <a:rPr lang="pt-BR" sz="1600" dirty="0"/>
              <a:t> </a:t>
            </a:r>
            <a:r>
              <a:rPr lang="pt-BR" sz="1600" dirty="0" err="1"/>
              <a:t>tuned</a:t>
            </a:r>
            <a:r>
              <a:rPr lang="pt-BR" sz="1600" dirty="0"/>
              <a:t> </a:t>
            </a:r>
            <a:r>
              <a:rPr lang="pt-BR" sz="1600" dirty="0" err="1"/>
              <a:t>with</a:t>
            </a:r>
            <a:r>
              <a:rPr lang="pt-BR" sz="1600" dirty="0"/>
              <a:t> </a:t>
            </a:r>
            <a:r>
              <a:rPr lang="pt-BR" sz="1600" b="1" dirty="0" err="1"/>
              <a:t>GridSearchCV</a:t>
            </a:r>
            <a:r>
              <a:rPr lang="pt-BR" sz="1600" b="1" dirty="0"/>
              <a:t> (3-fold) </a:t>
            </a:r>
            <a:r>
              <a:rPr lang="pt-BR" sz="1600" dirty="0" err="1"/>
              <a:t>to</a:t>
            </a:r>
            <a:r>
              <a:rPr lang="pt-BR" sz="1600" dirty="0"/>
              <a:t> </a:t>
            </a:r>
            <a:r>
              <a:rPr lang="pt-BR" sz="1600" dirty="0" err="1"/>
              <a:t>optimize</a:t>
            </a:r>
            <a:r>
              <a:rPr lang="pt-BR" sz="1600" dirty="0"/>
              <a:t> </a:t>
            </a:r>
            <a:r>
              <a:rPr lang="pt-BR" sz="1600" dirty="0" err="1"/>
              <a:t>hyperparameters</a:t>
            </a:r>
            <a:r>
              <a:rPr lang="pt-BR" sz="1600" dirty="0"/>
              <a:t>. </a:t>
            </a:r>
            <a:r>
              <a:rPr lang="pt-BR" sz="1600" b="1" i="1" dirty="0" err="1"/>
              <a:t>FrancescaLazzeri</a:t>
            </a:r>
            <a:r>
              <a:rPr lang="pt-BR" sz="1600" b="1" i="1" dirty="0"/>
              <a:t> (2022).</a:t>
            </a:r>
          </a:p>
          <a:p>
            <a:r>
              <a:rPr lang="pt-BR" sz="1600" b="1" dirty="0"/>
              <a:t>Approach 1:</a:t>
            </a:r>
            <a:r>
              <a:rPr lang="pt-BR" sz="1600" dirty="0"/>
              <a:t> </a:t>
            </a:r>
            <a:r>
              <a:rPr lang="pt-BR" sz="1600" dirty="0" err="1"/>
              <a:t>Binary</a:t>
            </a:r>
            <a:r>
              <a:rPr lang="pt-BR" sz="1600" dirty="0"/>
              <a:t> </a:t>
            </a:r>
            <a:r>
              <a:rPr lang="pt-BR" sz="1600" dirty="0" err="1"/>
              <a:t>Classification</a:t>
            </a:r>
            <a:r>
              <a:rPr lang="pt-BR" sz="1600" dirty="0"/>
              <a:t> (</a:t>
            </a:r>
            <a:r>
              <a:rPr lang="pt-BR" sz="1600" dirty="0" err="1"/>
              <a:t>Predicts</a:t>
            </a:r>
            <a:r>
              <a:rPr lang="pt-BR" sz="1600" dirty="0"/>
              <a:t> "Hit" vs. "</a:t>
            </a:r>
            <a:r>
              <a:rPr lang="pt-BR" sz="1600" dirty="0" err="1"/>
              <a:t>Not</a:t>
            </a:r>
            <a:r>
              <a:rPr lang="pt-BR" sz="1600" dirty="0"/>
              <a:t> Hit")</a:t>
            </a:r>
          </a:p>
          <a:p>
            <a:r>
              <a:rPr lang="pt-BR" sz="1600" b="1" i="1" dirty="0"/>
              <a:t>Task</a:t>
            </a:r>
            <a:r>
              <a:rPr lang="pt-BR" sz="1600" dirty="0"/>
              <a:t>: </a:t>
            </a:r>
          </a:p>
          <a:p>
            <a:pPr marL="285750" indent="-285750">
              <a:buFont typeface="Arial" panose="020B0604020202020204" pitchFamily="34" charset="0"/>
              <a:buChar char="•"/>
            </a:pPr>
            <a:r>
              <a:rPr lang="pt-BR" sz="1600" dirty="0"/>
              <a:t>    </a:t>
            </a:r>
            <a:r>
              <a:rPr lang="pt-BR" sz="1600" dirty="0" err="1"/>
              <a:t>Predict</a:t>
            </a:r>
            <a:r>
              <a:rPr lang="pt-BR" sz="1600" dirty="0"/>
              <a:t> a </a:t>
            </a:r>
            <a:r>
              <a:rPr lang="pt-BR" sz="1600" dirty="0" err="1"/>
              <a:t>binary</a:t>
            </a:r>
            <a:r>
              <a:rPr lang="pt-BR" sz="1600" dirty="0"/>
              <a:t> target: Popular (1) </a:t>
            </a:r>
            <a:r>
              <a:rPr lang="pt-BR" sz="1600" dirty="0" err="1"/>
              <a:t>or</a:t>
            </a:r>
            <a:r>
              <a:rPr lang="pt-BR" sz="1600" dirty="0"/>
              <a:t> </a:t>
            </a:r>
            <a:r>
              <a:rPr lang="pt-BR" sz="1600" dirty="0" err="1"/>
              <a:t>Not</a:t>
            </a:r>
            <a:r>
              <a:rPr lang="pt-BR" sz="1600" dirty="0"/>
              <a:t> Popular (0).</a:t>
            </a:r>
          </a:p>
          <a:p>
            <a:r>
              <a:rPr lang="pt-BR" sz="1600" b="1" i="1" dirty="0" err="1"/>
              <a:t>Algorithms</a:t>
            </a:r>
            <a:r>
              <a:rPr lang="pt-BR" sz="1600" dirty="0"/>
              <a:t>:</a:t>
            </a:r>
          </a:p>
          <a:p>
            <a:pPr marL="285750" indent="-285750">
              <a:buFont typeface="Arial" panose="020B0604020202020204" pitchFamily="34" charset="0"/>
              <a:buChar char="•"/>
            </a:pPr>
            <a:r>
              <a:rPr lang="pt-BR" sz="1600" dirty="0"/>
              <a:t>    Random Forest </a:t>
            </a:r>
            <a:r>
              <a:rPr lang="pt-BR" sz="1600" dirty="0" err="1"/>
              <a:t>Classifier</a:t>
            </a:r>
            <a:r>
              <a:rPr lang="pt-BR" sz="1600" dirty="0"/>
              <a:t> (RFC), </a:t>
            </a:r>
          </a:p>
          <a:p>
            <a:pPr marL="285750" indent="-285750">
              <a:buFont typeface="Arial" panose="020B0604020202020204" pitchFamily="34" charset="0"/>
              <a:buChar char="•"/>
            </a:pPr>
            <a:r>
              <a:rPr lang="pt-BR" sz="1600" dirty="0"/>
              <a:t>    </a:t>
            </a:r>
            <a:r>
              <a:rPr lang="pt-BR" sz="1600" dirty="0" err="1"/>
              <a:t>Gradient</a:t>
            </a:r>
            <a:r>
              <a:rPr lang="pt-BR" sz="1600" dirty="0"/>
              <a:t> </a:t>
            </a:r>
            <a:r>
              <a:rPr lang="pt-BR" sz="1600" dirty="0" err="1"/>
              <a:t>Boosting</a:t>
            </a:r>
            <a:r>
              <a:rPr lang="pt-BR" sz="1600" dirty="0"/>
              <a:t> </a:t>
            </a:r>
            <a:r>
              <a:rPr lang="pt-BR" sz="1600" dirty="0" err="1"/>
              <a:t>Classifier</a:t>
            </a:r>
            <a:r>
              <a:rPr lang="pt-BR" sz="1600" dirty="0"/>
              <a:t> (GBC), </a:t>
            </a:r>
          </a:p>
          <a:p>
            <a:pPr marL="285750" indent="-285750">
              <a:buFont typeface="Arial" panose="020B0604020202020204" pitchFamily="34" charset="0"/>
              <a:buChar char="•"/>
            </a:pPr>
            <a:r>
              <a:rPr lang="pt-BR" sz="1600" dirty="0"/>
              <a:t>    </a:t>
            </a:r>
            <a:r>
              <a:rPr lang="pt-BR" sz="1600" dirty="0" err="1"/>
              <a:t>Support</a:t>
            </a:r>
            <a:r>
              <a:rPr lang="pt-BR" sz="1600" dirty="0"/>
              <a:t> Vector </a:t>
            </a:r>
            <a:r>
              <a:rPr lang="pt-BR" sz="1600" dirty="0" err="1"/>
              <a:t>Classifier</a:t>
            </a:r>
            <a:r>
              <a:rPr lang="pt-BR" sz="1600" dirty="0"/>
              <a:t> (SVC).</a:t>
            </a:r>
          </a:p>
          <a:p>
            <a:r>
              <a:rPr lang="pt-BR" sz="1600" b="1" i="1" dirty="0"/>
              <a:t>Key </a:t>
            </a:r>
            <a:r>
              <a:rPr lang="pt-BR" sz="1600" b="1" i="1" dirty="0" err="1"/>
              <a:t>Metrics</a:t>
            </a:r>
            <a:r>
              <a:rPr lang="pt-BR" sz="1600" dirty="0"/>
              <a:t>: </a:t>
            </a:r>
          </a:p>
          <a:p>
            <a:pPr marL="285750" indent="-285750">
              <a:buFont typeface="Arial" panose="020B0604020202020204" pitchFamily="34" charset="0"/>
              <a:buChar char="•"/>
            </a:pPr>
            <a:r>
              <a:rPr lang="pt-BR" sz="1600" dirty="0"/>
              <a:t>    Test </a:t>
            </a:r>
            <a:r>
              <a:rPr lang="pt-BR" sz="1600" dirty="0" err="1"/>
              <a:t>Accuracy</a:t>
            </a:r>
            <a:r>
              <a:rPr lang="pt-BR" sz="1600" dirty="0"/>
              <a:t>, </a:t>
            </a:r>
            <a:r>
              <a:rPr lang="pt-BR" sz="1600" dirty="0" err="1"/>
              <a:t>Mean</a:t>
            </a:r>
            <a:r>
              <a:rPr lang="pt-BR" sz="1600" dirty="0"/>
              <a:t> Cross-</a:t>
            </a:r>
            <a:r>
              <a:rPr lang="pt-BR" sz="1600" dirty="0" err="1"/>
              <a:t>Validation</a:t>
            </a:r>
            <a:r>
              <a:rPr lang="pt-BR" sz="1600" dirty="0"/>
              <a:t> (CV) Score.</a:t>
            </a:r>
          </a:p>
          <a:p>
            <a:r>
              <a:rPr lang="pt-BR" sz="1600" b="1" dirty="0"/>
              <a:t>Approach 2: </a:t>
            </a:r>
            <a:r>
              <a:rPr lang="pt-BR" sz="1600" dirty="0" err="1"/>
              <a:t>Regression</a:t>
            </a:r>
            <a:r>
              <a:rPr lang="pt-BR" sz="1600" dirty="0"/>
              <a:t> (</a:t>
            </a:r>
            <a:r>
              <a:rPr lang="pt-BR" sz="1600" dirty="0" err="1"/>
              <a:t>Predicts</a:t>
            </a:r>
            <a:r>
              <a:rPr lang="pt-BR" sz="1600" dirty="0"/>
              <a:t> </a:t>
            </a:r>
            <a:r>
              <a:rPr lang="pt-BR" sz="1600" dirty="0" err="1"/>
              <a:t>Exact</a:t>
            </a:r>
            <a:r>
              <a:rPr lang="pt-BR" sz="1600" dirty="0"/>
              <a:t> Score)</a:t>
            </a:r>
          </a:p>
          <a:p>
            <a:r>
              <a:rPr lang="pt-BR" sz="1600" b="1" i="1" dirty="0"/>
              <a:t>Task</a:t>
            </a:r>
            <a:r>
              <a:rPr lang="pt-BR" sz="1600" dirty="0"/>
              <a:t>: </a:t>
            </a:r>
          </a:p>
          <a:p>
            <a:pPr marL="285750" indent="-285750">
              <a:buFont typeface="Arial" panose="020B0604020202020204" pitchFamily="34" charset="0"/>
              <a:buChar char="•"/>
            </a:pPr>
            <a:r>
              <a:rPr lang="pt-BR" sz="1600" dirty="0"/>
              <a:t>    </a:t>
            </a:r>
            <a:r>
              <a:rPr lang="pt-BR" sz="1600" dirty="0" err="1"/>
              <a:t>Predict</a:t>
            </a:r>
            <a:r>
              <a:rPr lang="pt-BR" sz="1600" dirty="0"/>
              <a:t> </a:t>
            </a:r>
            <a:r>
              <a:rPr lang="pt-BR" sz="1600" dirty="0" err="1"/>
              <a:t>the</a:t>
            </a:r>
            <a:r>
              <a:rPr lang="pt-BR" sz="1600" dirty="0"/>
              <a:t> </a:t>
            </a:r>
            <a:r>
              <a:rPr lang="pt-BR" sz="1600" dirty="0" err="1"/>
              <a:t>exact</a:t>
            </a:r>
            <a:r>
              <a:rPr lang="pt-BR" sz="1600" dirty="0"/>
              <a:t> </a:t>
            </a:r>
            <a:r>
              <a:rPr lang="pt-BR" sz="1600" dirty="0" err="1"/>
              <a:t>track_popularity</a:t>
            </a:r>
            <a:r>
              <a:rPr lang="pt-BR" sz="1600" dirty="0"/>
              <a:t> score (0-100).</a:t>
            </a:r>
          </a:p>
          <a:p>
            <a:r>
              <a:rPr lang="pt-BR" sz="1600" b="1" i="1" dirty="0" err="1"/>
              <a:t>Algorithms</a:t>
            </a:r>
            <a:r>
              <a:rPr lang="pt-BR" sz="1600" dirty="0"/>
              <a:t>: </a:t>
            </a:r>
          </a:p>
          <a:p>
            <a:pPr marL="285750" indent="-285750">
              <a:buFont typeface="Arial" panose="020B0604020202020204" pitchFamily="34" charset="0"/>
              <a:buChar char="•"/>
            </a:pPr>
            <a:r>
              <a:rPr lang="pt-BR" sz="1600" dirty="0"/>
              <a:t>    </a:t>
            </a:r>
            <a:r>
              <a:rPr lang="pt-BR" sz="1600" dirty="0" err="1"/>
              <a:t>XGBoost</a:t>
            </a:r>
            <a:r>
              <a:rPr lang="pt-BR" sz="1600" dirty="0"/>
              <a:t> </a:t>
            </a:r>
            <a:r>
              <a:rPr lang="pt-BR" sz="1600" dirty="0" err="1"/>
              <a:t>Regressor</a:t>
            </a:r>
            <a:r>
              <a:rPr lang="pt-BR" sz="1600" dirty="0"/>
              <a:t> (XGBR), </a:t>
            </a:r>
          </a:p>
          <a:p>
            <a:pPr marL="285750" indent="-285750">
              <a:buFont typeface="Arial" panose="020B0604020202020204" pitchFamily="34" charset="0"/>
              <a:buChar char="•"/>
            </a:pPr>
            <a:r>
              <a:rPr lang="pt-BR" sz="1600" dirty="0"/>
              <a:t>    </a:t>
            </a:r>
            <a:r>
              <a:rPr lang="pt-BR" sz="1600" dirty="0" err="1"/>
              <a:t>Gradient</a:t>
            </a:r>
            <a:r>
              <a:rPr lang="pt-BR" sz="1600" dirty="0"/>
              <a:t> </a:t>
            </a:r>
            <a:r>
              <a:rPr lang="pt-BR" sz="1600" dirty="0" err="1"/>
              <a:t>Boosting</a:t>
            </a:r>
            <a:r>
              <a:rPr lang="pt-BR" sz="1600" dirty="0"/>
              <a:t> </a:t>
            </a:r>
            <a:r>
              <a:rPr lang="pt-BR" sz="1600" dirty="0" err="1"/>
              <a:t>Regressor</a:t>
            </a:r>
            <a:r>
              <a:rPr lang="pt-BR" sz="1600" dirty="0"/>
              <a:t> (GBR), </a:t>
            </a:r>
          </a:p>
          <a:p>
            <a:pPr marL="285750" indent="-285750">
              <a:buFont typeface="Arial" panose="020B0604020202020204" pitchFamily="34" charset="0"/>
              <a:buChar char="•"/>
            </a:pPr>
            <a:r>
              <a:rPr lang="pt-BR" sz="1600" dirty="0"/>
              <a:t>    </a:t>
            </a:r>
            <a:r>
              <a:rPr lang="pt-BR" sz="1600" dirty="0" err="1"/>
              <a:t>Support</a:t>
            </a:r>
            <a:r>
              <a:rPr lang="pt-BR" sz="1600" dirty="0"/>
              <a:t> Vector </a:t>
            </a:r>
            <a:r>
              <a:rPr lang="pt-BR" sz="1600" dirty="0" err="1"/>
              <a:t>Regressor</a:t>
            </a:r>
            <a:r>
              <a:rPr lang="pt-BR" sz="1600" dirty="0"/>
              <a:t> (SVR).</a:t>
            </a:r>
          </a:p>
          <a:p>
            <a:r>
              <a:rPr lang="pt-BR" sz="1600" b="1" i="1" dirty="0"/>
              <a:t>Key </a:t>
            </a:r>
            <a:r>
              <a:rPr lang="pt-BR" sz="1600" b="1" i="1" dirty="0" err="1"/>
              <a:t>Metrics</a:t>
            </a:r>
            <a:r>
              <a:rPr lang="pt-BR" sz="1600" dirty="0"/>
              <a:t>: </a:t>
            </a:r>
          </a:p>
          <a:p>
            <a:pPr marL="285750" indent="-285750">
              <a:buFont typeface="Arial" panose="020B0604020202020204" pitchFamily="34" charset="0"/>
              <a:buChar char="•"/>
            </a:pPr>
            <a:r>
              <a:rPr lang="pt-BR" sz="1600" dirty="0"/>
              <a:t>    R-</a:t>
            </a:r>
            <a:r>
              <a:rPr lang="pt-BR" sz="1600" dirty="0" err="1"/>
              <a:t>squared</a:t>
            </a:r>
            <a:r>
              <a:rPr lang="pt-BR" sz="1600" dirty="0"/>
              <a:t> (R²) Score, </a:t>
            </a:r>
          </a:p>
          <a:p>
            <a:pPr marL="285750" indent="-285750">
              <a:buFont typeface="Arial" panose="020B0604020202020204" pitchFamily="34" charset="0"/>
              <a:buChar char="•"/>
            </a:pPr>
            <a:r>
              <a:rPr lang="pt-BR" sz="1600" dirty="0"/>
              <a:t>    Root </a:t>
            </a:r>
            <a:r>
              <a:rPr lang="pt-BR" sz="1600" dirty="0" err="1"/>
              <a:t>Mean</a:t>
            </a:r>
            <a:r>
              <a:rPr lang="pt-BR" sz="1600" dirty="0"/>
              <a:t> </a:t>
            </a:r>
            <a:r>
              <a:rPr lang="pt-BR" sz="1600" dirty="0" err="1"/>
              <a:t>Squared</a:t>
            </a:r>
            <a:r>
              <a:rPr lang="pt-BR" sz="1600" dirty="0"/>
              <a:t> </a:t>
            </a:r>
            <a:r>
              <a:rPr lang="pt-BR" sz="1600" dirty="0" err="1"/>
              <a:t>Error</a:t>
            </a:r>
            <a:r>
              <a:rPr lang="pt-BR" sz="1600" dirty="0"/>
              <a:t> (RMSE).</a:t>
            </a:r>
          </a:p>
        </p:txBody>
      </p:sp>
      <p:pic>
        <p:nvPicPr>
          <p:cNvPr id="7" name="Picture 6">
            <a:extLst>
              <a:ext uri="{FF2B5EF4-FFF2-40B4-BE49-F238E27FC236}">
                <a16:creationId xmlns:a16="http://schemas.microsoft.com/office/drawing/2014/main" id="{7007FDFB-73C3-42DD-8217-419823C84695}"/>
              </a:ext>
            </a:extLst>
          </p:cNvPr>
          <p:cNvPicPr>
            <a:picLocks noChangeAspect="1"/>
          </p:cNvPicPr>
          <p:nvPr/>
        </p:nvPicPr>
        <p:blipFill>
          <a:blip r:embed="rId6"/>
          <a:stretch>
            <a:fillRect/>
          </a:stretch>
        </p:blipFill>
        <p:spPr>
          <a:xfrm>
            <a:off x="23080085" y="6029130"/>
            <a:ext cx="5348509" cy="2660680"/>
          </a:xfrm>
          <a:prstGeom prst="rect">
            <a:avLst/>
          </a:prstGeom>
        </p:spPr>
      </p:pic>
      <p:pic>
        <p:nvPicPr>
          <p:cNvPr id="9" name="Picture 8">
            <a:extLst>
              <a:ext uri="{FF2B5EF4-FFF2-40B4-BE49-F238E27FC236}">
                <a16:creationId xmlns:a16="http://schemas.microsoft.com/office/drawing/2014/main" id="{BD54A975-393A-0955-86C4-D1175F4A23F7}"/>
              </a:ext>
            </a:extLst>
          </p:cNvPr>
          <p:cNvPicPr>
            <a:picLocks noChangeAspect="1"/>
          </p:cNvPicPr>
          <p:nvPr/>
        </p:nvPicPr>
        <p:blipFill>
          <a:blip r:embed="rId7"/>
          <a:stretch>
            <a:fillRect/>
          </a:stretch>
        </p:blipFill>
        <p:spPr>
          <a:xfrm>
            <a:off x="23080086" y="8552787"/>
            <a:ext cx="5359448" cy="2660681"/>
          </a:xfrm>
          <a:prstGeom prst="rect">
            <a:avLst/>
          </a:prstGeom>
        </p:spPr>
      </p:pic>
      <p:pic>
        <p:nvPicPr>
          <p:cNvPr id="13" name="Picture 12" descr="A graph showing the trend of song popularity over the years&#10;&#10;AI-generated content may be incorrect.">
            <a:extLst>
              <a:ext uri="{FF2B5EF4-FFF2-40B4-BE49-F238E27FC236}">
                <a16:creationId xmlns:a16="http://schemas.microsoft.com/office/drawing/2014/main" id="{5ACFD5E2-404C-75B6-AAA3-B4A0DDF71763}"/>
              </a:ext>
            </a:extLst>
          </p:cNvPr>
          <p:cNvPicPr>
            <a:picLocks noChangeAspect="1"/>
          </p:cNvPicPr>
          <p:nvPr/>
        </p:nvPicPr>
        <p:blipFill>
          <a:blip r:embed="rId8"/>
          <a:stretch>
            <a:fillRect/>
          </a:stretch>
        </p:blipFill>
        <p:spPr>
          <a:xfrm>
            <a:off x="142867" y="13056276"/>
            <a:ext cx="6863635" cy="3752267"/>
          </a:xfrm>
          <a:prstGeom prst="rect">
            <a:avLst/>
          </a:prstGeom>
        </p:spPr>
      </p:pic>
      <p:sp>
        <p:nvSpPr>
          <p:cNvPr id="18" name="AutoShape 4">
            <a:extLst>
              <a:ext uri="{FF2B5EF4-FFF2-40B4-BE49-F238E27FC236}">
                <a16:creationId xmlns:a16="http://schemas.microsoft.com/office/drawing/2014/main" id="{DDC97EC0-4EF9-0B81-D7F2-E5CD1D93CCE5}"/>
              </a:ext>
            </a:extLst>
          </p:cNvPr>
          <p:cNvSpPr>
            <a:spLocks noChangeAspect="1" noChangeArrowheads="1"/>
          </p:cNvSpPr>
          <p:nvPr/>
        </p:nvSpPr>
        <p:spPr bwMode="auto">
          <a:xfrm>
            <a:off x="14984413" y="105394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0" name="AutoShape 6">
            <a:extLst>
              <a:ext uri="{FF2B5EF4-FFF2-40B4-BE49-F238E27FC236}">
                <a16:creationId xmlns:a16="http://schemas.microsoft.com/office/drawing/2014/main" id="{469B5DC5-DCF5-2918-A2AA-CD823875EC60}"/>
              </a:ext>
            </a:extLst>
          </p:cNvPr>
          <p:cNvSpPr>
            <a:spLocks noChangeAspect="1" noChangeArrowheads="1"/>
          </p:cNvSpPr>
          <p:nvPr/>
        </p:nvSpPr>
        <p:spPr bwMode="auto">
          <a:xfrm>
            <a:off x="15136813" y="106918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1036" name="Picture 12" descr="Mixed Photo Music Note Tones PNG Transparent Background, Free Download  #48328 - FreeIconsPNG">
            <a:extLst>
              <a:ext uri="{FF2B5EF4-FFF2-40B4-BE49-F238E27FC236}">
                <a16:creationId xmlns:a16="http://schemas.microsoft.com/office/drawing/2014/main" id="{985017E6-3751-9FF8-3C43-9AC46EB7482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2346577" y="1265475"/>
            <a:ext cx="1025731" cy="1125373"/>
          </a:xfrm>
          <a:prstGeom prst="rect">
            <a:avLst/>
          </a:prstGeom>
          <a:noFill/>
          <a:extLst>
            <a:ext uri="{909E8E84-426E-40DD-AFC4-6F175D3DCCD1}">
              <a14:hiddenFill xmlns:a14="http://schemas.microsoft.com/office/drawing/2010/main">
                <a:solidFill>
                  <a:srgbClr val="FFFFFF"/>
                </a:solidFill>
              </a14:hiddenFill>
            </a:ext>
          </a:extLst>
        </p:spPr>
      </p:pic>
      <p:sp>
        <p:nvSpPr>
          <p:cNvPr id="27" name="AutoShape 4">
            <a:extLst>
              <a:ext uri="{FF2B5EF4-FFF2-40B4-BE49-F238E27FC236}">
                <a16:creationId xmlns:a16="http://schemas.microsoft.com/office/drawing/2014/main" id="{0117606B-DAA0-AA79-F280-628AD9CF003A}"/>
              </a:ext>
            </a:extLst>
          </p:cNvPr>
          <p:cNvSpPr/>
          <p:nvPr/>
        </p:nvSpPr>
        <p:spPr>
          <a:xfrm rot="5399999">
            <a:off x="12016654" y="10709402"/>
            <a:ext cx="21383626" cy="0"/>
          </a:xfrm>
          <a:prstGeom prst="line">
            <a:avLst/>
          </a:prstGeom>
          <a:ln w="101600" cap="rnd">
            <a:solidFill>
              <a:srgbClr val="8BC244"/>
            </a:solidFill>
            <a:prstDash val="solid"/>
            <a:headEnd type="none" w="sm" len="sm"/>
            <a:tailEnd type="none" w="sm" len="sm"/>
          </a:ln>
        </p:spPr>
        <p:txBody>
          <a:bodyPr/>
          <a:lstStyle/>
          <a:p>
            <a:endParaRPr lang="en-IE" dirty="0"/>
          </a:p>
        </p:txBody>
      </p:sp>
      <p:sp>
        <p:nvSpPr>
          <p:cNvPr id="29" name="Rectangle 28">
            <a:extLst>
              <a:ext uri="{FF2B5EF4-FFF2-40B4-BE49-F238E27FC236}">
                <a16:creationId xmlns:a16="http://schemas.microsoft.com/office/drawing/2014/main" id="{1254ECB9-A4E4-EDC0-3EB7-42F9A87ED0A4}"/>
              </a:ext>
            </a:extLst>
          </p:cNvPr>
          <p:cNvSpPr/>
          <p:nvPr/>
        </p:nvSpPr>
        <p:spPr>
          <a:xfrm>
            <a:off x="22771341" y="20196839"/>
            <a:ext cx="7498782" cy="45719"/>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Rectangle 29">
            <a:extLst>
              <a:ext uri="{FF2B5EF4-FFF2-40B4-BE49-F238E27FC236}">
                <a16:creationId xmlns:a16="http://schemas.microsoft.com/office/drawing/2014/main" id="{2DB7390E-5864-935B-B6D1-EAC084465402}"/>
              </a:ext>
            </a:extLst>
          </p:cNvPr>
          <p:cNvSpPr/>
          <p:nvPr/>
        </p:nvSpPr>
        <p:spPr>
          <a:xfrm>
            <a:off x="15003823" y="11023214"/>
            <a:ext cx="7641644" cy="70338"/>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Rectangle 30">
            <a:extLst>
              <a:ext uri="{FF2B5EF4-FFF2-40B4-BE49-F238E27FC236}">
                <a16:creationId xmlns:a16="http://schemas.microsoft.com/office/drawing/2014/main" id="{626E0627-00C4-924F-D50F-3C7866D1F242}"/>
              </a:ext>
            </a:extLst>
          </p:cNvPr>
          <p:cNvSpPr/>
          <p:nvPr/>
        </p:nvSpPr>
        <p:spPr>
          <a:xfrm flipV="1">
            <a:off x="7361580" y="9730475"/>
            <a:ext cx="7551759" cy="45719"/>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ctangle 31">
            <a:extLst>
              <a:ext uri="{FF2B5EF4-FFF2-40B4-BE49-F238E27FC236}">
                <a16:creationId xmlns:a16="http://schemas.microsoft.com/office/drawing/2014/main" id="{BC3C3C89-A64E-A0E6-6E2A-0FB66E360FBF}"/>
              </a:ext>
            </a:extLst>
          </p:cNvPr>
          <p:cNvSpPr/>
          <p:nvPr/>
        </p:nvSpPr>
        <p:spPr>
          <a:xfrm flipV="1">
            <a:off x="7352583" y="5378123"/>
            <a:ext cx="7560756" cy="45719"/>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4" name="Picture 20" descr="Jupyter notebook icon by Friconix (fi-xnsuxl-jupyter-notebook)  normal,solid,python,google,notebook,colab,jupyter,markdown,google-colab, jupyter-notebook">
            <a:extLst>
              <a:ext uri="{FF2B5EF4-FFF2-40B4-BE49-F238E27FC236}">
                <a16:creationId xmlns:a16="http://schemas.microsoft.com/office/drawing/2014/main" id="{64878762-8346-E121-E147-207E539D1CEF}"/>
              </a:ext>
            </a:extLst>
          </p:cNvPr>
          <p:cNvPicPr>
            <a:picLocks noChangeAspect="1" noChangeArrowheads="1"/>
          </p:cNvPicPr>
          <p:nvPr/>
        </p:nvPicPr>
        <p:blipFill>
          <a:blip r:embed="rId10">
            <a:alphaModFix amt="48000"/>
            <a:extLst>
              <a:ext uri="{28A0092B-C50C-407E-A947-70E740481C1C}">
                <a14:useLocalDpi xmlns:a14="http://schemas.microsoft.com/office/drawing/2010/main" val="0"/>
              </a:ext>
            </a:extLst>
          </a:blip>
          <a:srcRect/>
          <a:stretch>
            <a:fillRect/>
          </a:stretch>
        </p:blipFill>
        <p:spPr bwMode="auto">
          <a:xfrm>
            <a:off x="7589846" y="19081058"/>
            <a:ext cx="2097543" cy="2097543"/>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3A4C7FC-F2E9-1E12-6C4B-1403555A252A}"/>
              </a:ext>
            </a:extLst>
          </p:cNvPr>
          <p:cNvSpPr/>
          <p:nvPr/>
        </p:nvSpPr>
        <p:spPr>
          <a:xfrm>
            <a:off x="22741945" y="14180233"/>
            <a:ext cx="7533268" cy="70338"/>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7" name="Picture 36">
            <a:extLst>
              <a:ext uri="{FF2B5EF4-FFF2-40B4-BE49-F238E27FC236}">
                <a16:creationId xmlns:a16="http://schemas.microsoft.com/office/drawing/2014/main" id="{030A4E9F-BF9E-173F-B314-E8825D0F2799}"/>
              </a:ext>
            </a:extLst>
          </p:cNvPr>
          <p:cNvPicPr>
            <a:picLocks noChangeAspect="1"/>
          </p:cNvPicPr>
          <p:nvPr/>
        </p:nvPicPr>
        <p:blipFill>
          <a:blip r:embed="rId11"/>
          <a:stretch>
            <a:fillRect/>
          </a:stretch>
        </p:blipFill>
        <p:spPr>
          <a:xfrm>
            <a:off x="4759453" y="4261455"/>
            <a:ext cx="1933769" cy="717610"/>
          </a:xfrm>
          <a:prstGeom prst="rect">
            <a:avLst/>
          </a:prstGeom>
        </p:spPr>
      </p:pic>
      <p:pic>
        <p:nvPicPr>
          <p:cNvPr id="38" name="Picture 12" descr="CRISP-DM Model (Taylor, 2017) | Download Scientific Diagram">
            <a:extLst>
              <a:ext uri="{FF2B5EF4-FFF2-40B4-BE49-F238E27FC236}">
                <a16:creationId xmlns:a16="http://schemas.microsoft.com/office/drawing/2014/main" id="{232D8CDA-9A0E-2542-E82E-A87C3AE1FF7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98096" y="11461688"/>
            <a:ext cx="4863539" cy="4863539"/>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F477ADBB-A642-8610-4A00-8293AB3A70C4}"/>
              </a:ext>
            </a:extLst>
          </p:cNvPr>
          <p:cNvSpPr txBox="1"/>
          <p:nvPr/>
        </p:nvSpPr>
        <p:spPr>
          <a:xfrm>
            <a:off x="15136813" y="9132790"/>
            <a:ext cx="7147356" cy="1708160"/>
          </a:xfrm>
          <a:prstGeom prst="rect">
            <a:avLst/>
          </a:prstGeom>
          <a:noFill/>
        </p:spPr>
        <p:txBody>
          <a:bodyPr wrap="square">
            <a:spAutoFit/>
          </a:bodyPr>
          <a:lstStyle/>
          <a:p>
            <a:pPr algn="just"/>
            <a:r>
              <a:rPr lang="en-US" sz="1500" dirty="0">
                <a:latin typeface="Arial Nova Light" panose="020B0304020202020204" pitchFamily="34" charset="0"/>
              </a:rPr>
              <a:t>The bar chart shows the average "</a:t>
            </a:r>
            <a:r>
              <a:rPr lang="en-US" sz="1500" b="1" dirty="0">
                <a:latin typeface="Arial Nova Light" panose="020B0304020202020204" pitchFamily="34" charset="0"/>
              </a:rPr>
              <a:t>fingerprint</a:t>
            </a:r>
            <a:r>
              <a:rPr lang="en-US" sz="1500" dirty="0">
                <a:latin typeface="Arial Nova Light" panose="020B0304020202020204" pitchFamily="34" charset="0"/>
              </a:rPr>
              <a:t>" of various music genres using scaled features like </a:t>
            </a:r>
            <a:r>
              <a:rPr lang="en-US" sz="1500" b="1" dirty="0">
                <a:latin typeface="Arial Nova Light" panose="020B0304020202020204" pitchFamily="34" charset="0"/>
              </a:rPr>
              <a:t>energy, danceability, valence (positivity), tempo, loudness, and </a:t>
            </a:r>
            <a:r>
              <a:rPr lang="en-US" sz="1500" b="1" dirty="0" err="1">
                <a:latin typeface="Arial Nova Light" panose="020B0304020202020204" pitchFamily="34" charset="0"/>
              </a:rPr>
              <a:t>acousticness</a:t>
            </a:r>
            <a:r>
              <a:rPr lang="en-US" sz="1500" b="1" dirty="0">
                <a:latin typeface="Arial Nova Light" panose="020B0304020202020204" pitchFamily="34" charset="0"/>
              </a:rPr>
              <a:t>. </a:t>
            </a:r>
          </a:p>
          <a:p>
            <a:pPr algn="just"/>
            <a:r>
              <a:rPr lang="en-US" sz="1500" dirty="0">
                <a:latin typeface="Arial Nova Light" panose="020B0304020202020204" pitchFamily="34" charset="0"/>
              </a:rPr>
              <a:t>Each genre displays a unique audio profile:</a:t>
            </a:r>
          </a:p>
          <a:p>
            <a:pPr marL="285750" indent="-285750" algn="just">
              <a:buFont typeface="Arial" panose="020B0604020202020204" pitchFamily="34" charset="0"/>
              <a:buChar char="•"/>
            </a:pPr>
            <a:r>
              <a:rPr lang="en-US" sz="1500" b="1" dirty="0">
                <a:latin typeface="Arial Nova Light" panose="020B0304020202020204" pitchFamily="34" charset="0"/>
              </a:rPr>
              <a:t>J-Pop and K-Pop </a:t>
            </a:r>
            <a:r>
              <a:rPr lang="en-US" sz="1500" dirty="0">
                <a:latin typeface="Arial Nova Light" panose="020B0304020202020204" pitchFamily="34" charset="0"/>
              </a:rPr>
              <a:t>have high energy, danceability, and loudness.</a:t>
            </a:r>
          </a:p>
          <a:p>
            <a:pPr marL="285750" indent="-285750" algn="just">
              <a:buFont typeface="Arial" panose="020B0604020202020204" pitchFamily="34" charset="0"/>
              <a:buChar char="•"/>
            </a:pPr>
            <a:r>
              <a:rPr lang="en-US" sz="1500" b="1" dirty="0">
                <a:latin typeface="Arial Nova Light" panose="020B0304020202020204" pitchFamily="34" charset="0"/>
              </a:rPr>
              <a:t>Ambient and Folk </a:t>
            </a:r>
            <a:r>
              <a:rPr lang="en-US" sz="1500" dirty="0">
                <a:latin typeface="Arial Nova Light" panose="020B0304020202020204" pitchFamily="34" charset="0"/>
              </a:rPr>
              <a:t>show high </a:t>
            </a:r>
            <a:r>
              <a:rPr lang="en-US" sz="1500" dirty="0" err="1">
                <a:latin typeface="Arial Nova Light" panose="020B0304020202020204" pitchFamily="34" charset="0"/>
              </a:rPr>
              <a:t>acousticness</a:t>
            </a:r>
            <a:r>
              <a:rPr lang="en-US" sz="1500" dirty="0">
                <a:latin typeface="Arial Nova Light" panose="020B0304020202020204" pitchFamily="34" charset="0"/>
              </a:rPr>
              <a:t> and low energy.</a:t>
            </a:r>
          </a:p>
          <a:p>
            <a:pPr algn="just"/>
            <a:r>
              <a:rPr lang="en-US" sz="1500" dirty="0">
                <a:latin typeface="Arial Nova Light" panose="020B0304020202020204" pitchFamily="34" charset="0"/>
              </a:rPr>
              <a:t>This visual confirms that different genres have distinct sonic characteristics. </a:t>
            </a:r>
          </a:p>
        </p:txBody>
      </p:sp>
      <p:pic>
        <p:nvPicPr>
          <p:cNvPr id="12" name="Picture 11">
            <a:extLst>
              <a:ext uri="{FF2B5EF4-FFF2-40B4-BE49-F238E27FC236}">
                <a16:creationId xmlns:a16="http://schemas.microsoft.com/office/drawing/2014/main" id="{748440B3-FEF2-F616-0DDA-1C5388854788}"/>
              </a:ext>
            </a:extLst>
          </p:cNvPr>
          <p:cNvPicPr>
            <a:picLocks noChangeAspect="1"/>
          </p:cNvPicPr>
          <p:nvPr/>
        </p:nvPicPr>
        <p:blipFill>
          <a:blip r:embed="rId13"/>
          <a:stretch>
            <a:fillRect/>
          </a:stretch>
        </p:blipFill>
        <p:spPr>
          <a:xfrm>
            <a:off x="23080085" y="11218369"/>
            <a:ext cx="5359448" cy="2660681"/>
          </a:xfrm>
          <a:prstGeom prst="rect">
            <a:avLst/>
          </a:prstGeom>
        </p:spPr>
      </p:pic>
    </p:spTree>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7834</TotalTime>
  <Words>1221</Words>
  <Application>Microsoft Office PowerPoint</Application>
  <PresentationFormat>Custom</PresentationFormat>
  <Paragraphs>124</Paragraphs>
  <Slides>1</Slides>
  <Notes>1</Notes>
  <HiddenSlides>0</HiddenSlides>
  <MMClips>0</MMClips>
  <ScaleCrop>false</ScaleCrop>
  <HeadingPairs>
    <vt:vector size="8" baseType="variant">
      <vt:variant>
        <vt:lpstr>Fonts Used</vt:lpstr>
      </vt:variant>
      <vt:variant>
        <vt:i4>8</vt:i4>
      </vt:variant>
      <vt:variant>
        <vt:lpstr>Theme</vt:lpstr>
      </vt:variant>
      <vt:variant>
        <vt:i4>4</vt:i4>
      </vt:variant>
      <vt:variant>
        <vt:lpstr>Embedded OLE Servers</vt:lpstr>
      </vt:variant>
      <vt:variant>
        <vt:i4>1</vt:i4>
      </vt:variant>
      <vt:variant>
        <vt:lpstr>Slide Titles</vt:lpstr>
      </vt:variant>
      <vt:variant>
        <vt:i4>1</vt:i4>
      </vt:variant>
    </vt:vector>
  </HeadingPairs>
  <TitlesOfParts>
    <vt:vector size="14" baseType="lpstr">
      <vt:lpstr>Arial</vt:lpstr>
      <vt:lpstr>Arial Nova Light</vt:lpstr>
      <vt:lpstr>Barlow Medium</vt:lpstr>
      <vt:lpstr>Calibri</vt:lpstr>
      <vt:lpstr>Space Mono</vt:lpstr>
      <vt:lpstr>Symbol</vt:lpstr>
      <vt:lpstr>Times New Roman</vt:lpstr>
      <vt:lpstr>Trebuchet MS</vt:lpstr>
      <vt:lpstr>36x48-Template-V2b</vt:lpstr>
      <vt:lpstr>1_Classic 3 Columns</vt:lpstr>
      <vt:lpstr>Classic - Wide Center</vt:lpstr>
      <vt:lpstr>Office Theme</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Luis Cantanhaede</cp:lastModifiedBy>
  <cp:revision>150</cp:revision>
  <dcterms:created xsi:type="dcterms:W3CDTF">2012-02-03T19:11:35Z</dcterms:created>
  <dcterms:modified xsi:type="dcterms:W3CDTF">2025-11-23T14:15:29Z</dcterms:modified>
</cp:coreProperties>
</file>