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 id="2147483661" r:id="rId4"/>
  </p:sldMasterIdLst>
  <p:notesMasterIdLst>
    <p:notesMasterId r:id="rId6"/>
  </p:notesMasterIdLst>
  <p:handoutMasterIdLst>
    <p:handoutMasterId r:id="rId7"/>
  </p:handoutMasterIdLst>
  <p:sldIdLst>
    <p:sldId id="257" r:id="rId5"/>
  </p:sldIdLst>
  <p:sldSz cx="30275213" cy="21383625"/>
  <p:notesSz cx="6858000" cy="9144000"/>
  <p:defaultTextStyle>
    <a:defPPr>
      <a:defRPr lang="en-US"/>
    </a:defPPr>
    <a:lvl1pPr marL="0" algn="l" defTabSz="2951535" rtl="0" eaLnBrk="1" latinLnBrk="0" hangingPunct="1">
      <a:defRPr sz="5784" kern="1200">
        <a:solidFill>
          <a:schemeClr val="tx1"/>
        </a:solidFill>
        <a:latin typeface="+mn-lt"/>
        <a:ea typeface="+mn-ea"/>
        <a:cs typeface="+mn-cs"/>
      </a:defRPr>
    </a:lvl1pPr>
    <a:lvl2pPr marL="1475768" algn="l" defTabSz="2951535" rtl="0" eaLnBrk="1" latinLnBrk="0" hangingPunct="1">
      <a:defRPr sz="5784" kern="1200">
        <a:solidFill>
          <a:schemeClr val="tx1"/>
        </a:solidFill>
        <a:latin typeface="+mn-lt"/>
        <a:ea typeface="+mn-ea"/>
        <a:cs typeface="+mn-cs"/>
      </a:defRPr>
    </a:lvl2pPr>
    <a:lvl3pPr marL="2951535" algn="l" defTabSz="2951535" rtl="0" eaLnBrk="1" latinLnBrk="0" hangingPunct="1">
      <a:defRPr sz="5784" kern="1200">
        <a:solidFill>
          <a:schemeClr val="tx1"/>
        </a:solidFill>
        <a:latin typeface="+mn-lt"/>
        <a:ea typeface="+mn-ea"/>
        <a:cs typeface="+mn-cs"/>
      </a:defRPr>
    </a:lvl3pPr>
    <a:lvl4pPr marL="4427304" algn="l" defTabSz="2951535" rtl="0" eaLnBrk="1" latinLnBrk="0" hangingPunct="1">
      <a:defRPr sz="5784" kern="1200">
        <a:solidFill>
          <a:schemeClr val="tx1"/>
        </a:solidFill>
        <a:latin typeface="+mn-lt"/>
        <a:ea typeface="+mn-ea"/>
        <a:cs typeface="+mn-cs"/>
      </a:defRPr>
    </a:lvl4pPr>
    <a:lvl5pPr marL="5903071" algn="l" defTabSz="2951535" rtl="0" eaLnBrk="1" latinLnBrk="0" hangingPunct="1">
      <a:defRPr sz="5784" kern="1200">
        <a:solidFill>
          <a:schemeClr val="tx1"/>
        </a:solidFill>
        <a:latin typeface="+mn-lt"/>
        <a:ea typeface="+mn-ea"/>
        <a:cs typeface="+mn-cs"/>
      </a:defRPr>
    </a:lvl5pPr>
    <a:lvl6pPr marL="7378839" algn="l" defTabSz="2951535" rtl="0" eaLnBrk="1" latinLnBrk="0" hangingPunct="1">
      <a:defRPr sz="5784" kern="1200">
        <a:solidFill>
          <a:schemeClr val="tx1"/>
        </a:solidFill>
        <a:latin typeface="+mn-lt"/>
        <a:ea typeface="+mn-ea"/>
        <a:cs typeface="+mn-cs"/>
      </a:defRPr>
    </a:lvl6pPr>
    <a:lvl7pPr marL="8854608" algn="l" defTabSz="2951535" rtl="0" eaLnBrk="1" latinLnBrk="0" hangingPunct="1">
      <a:defRPr sz="5784" kern="1200">
        <a:solidFill>
          <a:schemeClr val="tx1"/>
        </a:solidFill>
        <a:latin typeface="+mn-lt"/>
        <a:ea typeface="+mn-ea"/>
        <a:cs typeface="+mn-cs"/>
      </a:defRPr>
    </a:lvl7pPr>
    <a:lvl8pPr marL="10330375" algn="l" defTabSz="2951535" rtl="0" eaLnBrk="1" latinLnBrk="0" hangingPunct="1">
      <a:defRPr sz="5784" kern="1200">
        <a:solidFill>
          <a:schemeClr val="tx1"/>
        </a:solidFill>
        <a:latin typeface="+mn-lt"/>
        <a:ea typeface="+mn-ea"/>
        <a:cs typeface="+mn-cs"/>
      </a:defRPr>
    </a:lvl8pPr>
    <a:lvl9pPr marL="11806143" algn="l" defTabSz="2951535" rtl="0" eaLnBrk="1" latinLnBrk="0" hangingPunct="1">
      <a:defRPr sz="5784"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452" userDrawn="1">
          <p15:clr>
            <a:srgbClr val="A4A3A4"/>
          </p15:clr>
        </p15:guide>
        <p15:guide id="2" orient="horz" pos="187" userDrawn="1">
          <p15:clr>
            <a:srgbClr val="A4A3A4"/>
          </p15:clr>
        </p15:guide>
        <p15:guide id="3" orient="horz" pos="13096" userDrawn="1">
          <p15:clr>
            <a:srgbClr val="A4A3A4"/>
          </p15:clr>
        </p15:guide>
        <p15:guide id="4" orient="horz" pos="67" userDrawn="1">
          <p15:clr>
            <a:srgbClr val="A4A3A4"/>
          </p15:clr>
        </p15:guide>
        <p15:guide id="5" pos="14185" userDrawn="1">
          <p15:clr>
            <a:srgbClr val="A4A3A4"/>
          </p15:clr>
        </p15:guide>
        <p15:guide id="6" pos="13867" userDrawn="1">
          <p15:clr>
            <a:srgbClr val="A4A3A4"/>
          </p15:clr>
        </p15:guide>
        <p15:guide id="7" orient="horz" pos="2142" userDrawn="1">
          <p15:clr>
            <a:srgbClr val="A4A3A4"/>
          </p15:clr>
        </p15:guide>
        <p15:guide id="8" orient="horz" pos="13469" userDrawn="1">
          <p15:clr>
            <a:srgbClr val="A4A3A4"/>
          </p15:clr>
        </p15:guide>
        <p15:guide id="10" pos="18607"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B742"/>
    <a:srgbClr val="CFDFCA"/>
    <a:srgbClr val="285472"/>
    <a:srgbClr val="31688E"/>
    <a:srgbClr val="91C5F1"/>
    <a:srgbClr val="99AAC9"/>
    <a:srgbClr val="34A7C7"/>
    <a:srgbClr val="35A8C9"/>
    <a:srgbClr val="254C71"/>
    <a:srgbClr val="0030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848" autoAdjust="0"/>
    <p:restoredTop sz="94744" autoAdjust="0"/>
  </p:normalViewPr>
  <p:slideViewPr>
    <p:cSldViewPr snapToGrid="0" snapToObjects="1" showGuides="1">
      <p:cViewPr>
        <p:scale>
          <a:sx n="75" d="100"/>
          <a:sy n="75" d="100"/>
        </p:scale>
        <p:origin x="-6355" y="-3005"/>
      </p:cViewPr>
      <p:guideLst>
        <p:guide orient="horz" pos="11452"/>
        <p:guide orient="horz" pos="187"/>
        <p:guide orient="horz" pos="13096"/>
        <p:guide orient="horz" pos="67"/>
        <p:guide pos="14185"/>
        <p:guide pos="13867"/>
        <p:guide orient="horz" pos="2142"/>
        <p:guide orient="horz" pos="13469"/>
        <p:guide pos="1860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3" Type="http://schemas.openxmlformats.org/officeDocument/2006/relationships/slideMaster" Target="slideMasters/slideMaster3.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11/12/2025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11/12/2025</a:t>
            </a:fld>
            <a:endParaRPr lang="en-US" dirty="0"/>
          </a:p>
        </p:txBody>
      </p:sp>
      <p:sp>
        <p:nvSpPr>
          <p:cNvPr id="4" name="Slide Image Placeholder 3"/>
          <p:cNvSpPr>
            <a:spLocks noGrp="1" noRot="1" noChangeAspect="1"/>
          </p:cNvSpPr>
          <p:nvPr>
            <p:ph type="sldImg" idx="2"/>
          </p:nvPr>
        </p:nvSpPr>
        <p:spPr>
          <a:xfrm>
            <a:off x="1001713" y="685800"/>
            <a:ext cx="4854575"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2951535" rtl="0" eaLnBrk="1" latinLnBrk="0" hangingPunct="1">
      <a:defRPr sz="3901" kern="1200">
        <a:solidFill>
          <a:schemeClr val="tx1"/>
        </a:solidFill>
        <a:latin typeface="+mn-lt"/>
        <a:ea typeface="+mn-ea"/>
        <a:cs typeface="+mn-cs"/>
      </a:defRPr>
    </a:lvl1pPr>
    <a:lvl2pPr marL="1475768" algn="l" defTabSz="2951535" rtl="0" eaLnBrk="1" latinLnBrk="0" hangingPunct="1">
      <a:defRPr sz="3901" kern="1200">
        <a:solidFill>
          <a:schemeClr val="tx1"/>
        </a:solidFill>
        <a:latin typeface="+mn-lt"/>
        <a:ea typeface="+mn-ea"/>
        <a:cs typeface="+mn-cs"/>
      </a:defRPr>
    </a:lvl2pPr>
    <a:lvl3pPr marL="2951535" algn="l" defTabSz="2951535" rtl="0" eaLnBrk="1" latinLnBrk="0" hangingPunct="1">
      <a:defRPr sz="3901" kern="1200">
        <a:solidFill>
          <a:schemeClr val="tx1"/>
        </a:solidFill>
        <a:latin typeface="+mn-lt"/>
        <a:ea typeface="+mn-ea"/>
        <a:cs typeface="+mn-cs"/>
      </a:defRPr>
    </a:lvl3pPr>
    <a:lvl4pPr marL="4427304" algn="l" defTabSz="2951535" rtl="0" eaLnBrk="1" latinLnBrk="0" hangingPunct="1">
      <a:defRPr sz="3901" kern="1200">
        <a:solidFill>
          <a:schemeClr val="tx1"/>
        </a:solidFill>
        <a:latin typeface="+mn-lt"/>
        <a:ea typeface="+mn-ea"/>
        <a:cs typeface="+mn-cs"/>
      </a:defRPr>
    </a:lvl4pPr>
    <a:lvl5pPr marL="5903071" algn="l" defTabSz="2951535" rtl="0" eaLnBrk="1" latinLnBrk="0" hangingPunct="1">
      <a:defRPr sz="3901" kern="1200">
        <a:solidFill>
          <a:schemeClr val="tx1"/>
        </a:solidFill>
        <a:latin typeface="+mn-lt"/>
        <a:ea typeface="+mn-ea"/>
        <a:cs typeface="+mn-cs"/>
      </a:defRPr>
    </a:lvl5pPr>
    <a:lvl6pPr marL="7378839" algn="l" defTabSz="2951535" rtl="0" eaLnBrk="1" latinLnBrk="0" hangingPunct="1">
      <a:defRPr sz="3901" kern="1200">
        <a:solidFill>
          <a:schemeClr val="tx1"/>
        </a:solidFill>
        <a:latin typeface="+mn-lt"/>
        <a:ea typeface="+mn-ea"/>
        <a:cs typeface="+mn-cs"/>
      </a:defRPr>
    </a:lvl6pPr>
    <a:lvl7pPr marL="8854608" algn="l" defTabSz="2951535" rtl="0" eaLnBrk="1" latinLnBrk="0" hangingPunct="1">
      <a:defRPr sz="3901" kern="1200">
        <a:solidFill>
          <a:schemeClr val="tx1"/>
        </a:solidFill>
        <a:latin typeface="+mn-lt"/>
        <a:ea typeface="+mn-ea"/>
        <a:cs typeface="+mn-cs"/>
      </a:defRPr>
    </a:lvl7pPr>
    <a:lvl8pPr marL="10330375" algn="l" defTabSz="2951535" rtl="0" eaLnBrk="1" latinLnBrk="0" hangingPunct="1">
      <a:defRPr sz="3901" kern="1200">
        <a:solidFill>
          <a:schemeClr val="tx1"/>
        </a:solidFill>
        <a:latin typeface="+mn-lt"/>
        <a:ea typeface="+mn-ea"/>
        <a:cs typeface="+mn-cs"/>
      </a:defRPr>
    </a:lvl8pPr>
    <a:lvl9pPr marL="11806143" algn="l" defTabSz="2951535" rtl="0" eaLnBrk="1" latinLnBrk="0" hangingPunct="1">
      <a:defRPr sz="3901"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44600" y="1143000"/>
            <a:ext cx="4368800" cy="30861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pPr marL="0" marR="0" lvl="0" indent="0" algn="r" defTabSz="914168" rtl="0" eaLnBrk="1" fontAlgn="auto" latinLnBrk="0" hangingPunct="1">
              <a:lnSpc>
                <a:spcPct val="100000"/>
              </a:lnSpc>
              <a:spcBef>
                <a:spcPts val="0"/>
              </a:spcBef>
              <a:spcAft>
                <a:spcPts val="0"/>
              </a:spcAft>
              <a:buClrTx/>
              <a:buSzTx/>
              <a:buFontTx/>
              <a:buNone/>
              <a:tabLst/>
              <a:defRPr/>
            </a:pPr>
            <a:fld id="{2A57C40A-DF35-4D17-A81B-28B2A8256F56}" type="slidenum">
              <a:rPr kumimoji="0" lang="en-I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168" rtl="0" eaLnBrk="1" fontAlgn="auto" latinLnBrk="0" hangingPunct="1">
                <a:lnSpc>
                  <a:spcPct val="100000"/>
                </a:lnSpc>
                <a:spcBef>
                  <a:spcPts val="0"/>
                </a:spcBef>
                <a:spcAft>
                  <a:spcPts val="0"/>
                </a:spcAft>
                <a:buClrTx/>
                <a:buSzTx/>
                <a:buFontTx/>
                <a:buNone/>
                <a:tabLst/>
                <a:defRPr/>
              </a:pPr>
              <a:t>1</a:t>
            </a:fld>
            <a:endParaRPr kumimoji="0" lang="en-I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61524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338976" y="4143429"/>
            <a:ext cx="6936975"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351495" y="3618299"/>
            <a:ext cx="6931500" cy="462106"/>
          </a:xfrm>
          <a:prstGeom prst="rect">
            <a:avLst/>
          </a:prstGeom>
          <a:noFill/>
        </p:spPr>
        <p:txBody>
          <a:bodyPr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351494" y="9246236"/>
            <a:ext cx="6932595"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7904976" y="4143429"/>
            <a:ext cx="6931499"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7904975" y="3618299"/>
            <a:ext cx="6931500" cy="462106"/>
          </a:xfrm>
          <a:prstGeom prst="rect">
            <a:avLst/>
          </a:prstGeom>
          <a:noFill/>
        </p:spPr>
        <p:txBody>
          <a:bodyPr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15440933" y="4143429"/>
            <a:ext cx="6931499"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435456" y="3618299"/>
            <a:ext cx="6938070" cy="462106"/>
          </a:xfrm>
          <a:prstGeom prst="rect">
            <a:avLst/>
          </a:prstGeom>
          <a:noFill/>
        </p:spPr>
        <p:txBody>
          <a:bodyPr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23010011" y="3618299"/>
            <a:ext cx="6930219"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23010011" y="4143429"/>
            <a:ext cx="6930219"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3010011" y="9285357"/>
            <a:ext cx="6930219"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23010010" y="9751330"/>
            <a:ext cx="6933689"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3010011" y="16695068"/>
            <a:ext cx="6930219"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23010010" y="17171032"/>
            <a:ext cx="6933689"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338976" y="9712452"/>
            <a:ext cx="6936975" cy="649066"/>
          </a:xfrm>
          <a:prstGeom prst="rect">
            <a:avLst/>
          </a:prstGeom>
        </p:spPr>
        <p:txBody>
          <a:bodyPr wrap="square" lIns="228589" tIns="228589" rIns="228589" bIns="228589">
            <a:spAutoFit/>
          </a:bodyPr>
          <a:lstStyle>
            <a:lvl1pPr marL="0" indent="0">
              <a:buNone/>
              <a:defRPr sz="1218">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4092177" y="2198195"/>
            <a:ext cx="22072205" cy="831585"/>
          </a:xfrm>
          <a:prstGeom prst="rect">
            <a:avLst/>
          </a:prstGeom>
        </p:spPr>
        <p:txBody>
          <a:bodyPr>
            <a:normAutofit/>
          </a:bodyPr>
          <a:lstStyle>
            <a:lvl1pPr marL="0" indent="0" algn="ctr">
              <a:buFontTx/>
              <a:buNone/>
              <a:defRPr sz="2923">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affiliations</a:t>
            </a:r>
          </a:p>
        </p:txBody>
      </p:sp>
      <p:sp>
        <p:nvSpPr>
          <p:cNvPr id="78" name="Text Placeholder 76"/>
          <p:cNvSpPr>
            <a:spLocks noGrp="1"/>
          </p:cNvSpPr>
          <p:nvPr>
            <p:ph type="body" sz="quarter" idx="151" hasCustomPrompt="1"/>
          </p:nvPr>
        </p:nvSpPr>
        <p:spPr>
          <a:xfrm>
            <a:off x="4092177" y="1366610"/>
            <a:ext cx="22072205" cy="831585"/>
          </a:xfrm>
          <a:prstGeom prst="rect">
            <a:avLst/>
          </a:prstGeom>
        </p:spPr>
        <p:txBody>
          <a:bodyPr anchor="t" anchorCtr="1">
            <a:normAutofit/>
          </a:bodyPr>
          <a:lstStyle>
            <a:lvl1pPr marL="0" indent="0" algn="ctr">
              <a:buFontTx/>
              <a:buNone/>
              <a:defRPr sz="4287">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authors</a:t>
            </a:r>
          </a:p>
        </p:txBody>
      </p:sp>
      <p:sp>
        <p:nvSpPr>
          <p:cNvPr id="79" name="Text Placeholder 76"/>
          <p:cNvSpPr>
            <a:spLocks noGrp="1"/>
          </p:cNvSpPr>
          <p:nvPr>
            <p:ph type="body" sz="quarter" idx="153" hasCustomPrompt="1"/>
          </p:nvPr>
        </p:nvSpPr>
        <p:spPr>
          <a:xfrm>
            <a:off x="4092177" y="302590"/>
            <a:ext cx="22072205" cy="1064019"/>
          </a:xfrm>
          <a:prstGeom prst="rect">
            <a:avLst/>
          </a:prstGeom>
        </p:spPr>
        <p:txBody>
          <a:bodyPr anchor="t" anchorCtr="1">
            <a:normAutofit/>
          </a:bodyPr>
          <a:lstStyle>
            <a:lvl1pPr marL="0" indent="0" algn="ctr">
              <a:buFontTx/>
              <a:buNone/>
              <a:defRPr sz="5603">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23688" y="4089430"/>
            <a:ext cx="9374972"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636211" y="3542456"/>
            <a:ext cx="9362452"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636210" y="11848921"/>
            <a:ext cx="9376067"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649828" y="11322806"/>
            <a:ext cx="9362452"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0453096" y="14028056"/>
            <a:ext cx="9361355"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0453096" y="13486239"/>
            <a:ext cx="9361355"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0458572" y="4089430"/>
            <a:ext cx="9361355"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0453097" y="3542456"/>
            <a:ext cx="9366832"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0276556" y="3542456"/>
            <a:ext cx="9364454"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0276556" y="4089430"/>
            <a:ext cx="9364454"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0276556" y="11301949"/>
            <a:ext cx="9364454" cy="462106"/>
          </a:xfrm>
          <a:prstGeom prst="rect">
            <a:avLst/>
          </a:prstGeom>
          <a:noFill/>
        </p:spPr>
        <p:txBody>
          <a:bodyPr wrap="square" lIns="91436" tIns="91436" rIns="91436" bIns="91436" anchor="ctr" anchorCtr="0">
            <a:spAutoFit/>
          </a:bodyPr>
          <a:lstStyle>
            <a:lvl1pPr marL="0" indent="0" algn="ctr">
              <a:buNone/>
              <a:tabLst/>
              <a:defRPr sz="1803"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0273086" y="11794922"/>
            <a:ext cx="9367926"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0276556" y="16803066"/>
            <a:ext cx="9364454"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0276556" y="17296041"/>
            <a:ext cx="9367926" cy="656632"/>
          </a:xfrm>
          <a:prstGeom prst="rect">
            <a:avLst/>
          </a:prstGeom>
        </p:spPr>
        <p:txBody>
          <a:bodyPr wrap="square" lIns="228589" tIns="228589" rIns="228589" bIns="228589">
            <a:spAutoFit/>
          </a:bodyPr>
          <a:lstStyle>
            <a:lvl1pPr marL="0" indent="0">
              <a:buNone/>
              <a:defRPr sz="1267">
                <a:solidFill>
                  <a:schemeClr val="accent5">
                    <a:lumMod val="50000"/>
                  </a:schemeClr>
                </a:solidFill>
                <a:latin typeface="Times New Roman" pitchFamily="18" charset="0"/>
                <a:cs typeface="Times New Roman" pitchFamily="18"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4092177" y="2198195"/>
            <a:ext cx="22072205" cy="831585"/>
          </a:xfrm>
          <a:prstGeom prst="rect">
            <a:avLst/>
          </a:prstGeom>
        </p:spPr>
        <p:txBody>
          <a:bodyPr>
            <a:normAutofit/>
          </a:bodyPr>
          <a:lstStyle>
            <a:lvl1pPr marL="0" indent="0" algn="ctr">
              <a:buFontTx/>
              <a:buNone/>
              <a:defRPr sz="2923">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affiliations</a:t>
            </a:r>
          </a:p>
        </p:txBody>
      </p:sp>
      <p:sp>
        <p:nvSpPr>
          <p:cNvPr id="65" name="Text Placeholder 76"/>
          <p:cNvSpPr>
            <a:spLocks noGrp="1"/>
          </p:cNvSpPr>
          <p:nvPr>
            <p:ph type="body" sz="quarter" idx="151" hasCustomPrompt="1"/>
          </p:nvPr>
        </p:nvSpPr>
        <p:spPr>
          <a:xfrm>
            <a:off x="4092177" y="1366610"/>
            <a:ext cx="22072205" cy="831585"/>
          </a:xfrm>
          <a:prstGeom prst="rect">
            <a:avLst/>
          </a:prstGeom>
        </p:spPr>
        <p:txBody>
          <a:bodyPr anchor="t" anchorCtr="1">
            <a:normAutofit/>
          </a:bodyPr>
          <a:lstStyle>
            <a:lvl1pPr marL="0" indent="0" algn="ctr">
              <a:buFontTx/>
              <a:buNone/>
              <a:defRPr sz="4287">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authors</a:t>
            </a:r>
          </a:p>
        </p:txBody>
      </p:sp>
      <p:sp>
        <p:nvSpPr>
          <p:cNvPr id="66" name="Text Placeholder 76"/>
          <p:cNvSpPr>
            <a:spLocks noGrp="1"/>
          </p:cNvSpPr>
          <p:nvPr>
            <p:ph type="body" sz="quarter" idx="153" hasCustomPrompt="1"/>
          </p:nvPr>
        </p:nvSpPr>
        <p:spPr>
          <a:xfrm>
            <a:off x="4092177" y="302590"/>
            <a:ext cx="22072205" cy="1064019"/>
          </a:xfrm>
          <a:prstGeom prst="rect">
            <a:avLst/>
          </a:prstGeom>
        </p:spPr>
        <p:txBody>
          <a:bodyPr anchor="t" anchorCtr="1">
            <a:normAutofit/>
          </a:bodyPr>
          <a:lstStyle>
            <a:lvl1pPr marL="0" indent="0" algn="ctr">
              <a:buFontTx/>
              <a:buNone/>
              <a:defRPr sz="5603">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23690" y="4035430"/>
            <a:ext cx="6936975"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636211" y="3488456"/>
            <a:ext cx="6931500" cy="462106"/>
          </a:xfrm>
          <a:prstGeom prst="rect">
            <a:avLst/>
          </a:prstGeom>
          <a:noFill/>
        </p:spPr>
        <p:txBody>
          <a:bodyPr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622592" y="9772351"/>
            <a:ext cx="6938070"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636210" y="9246236"/>
            <a:ext cx="6932595"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7992578" y="4030274"/>
            <a:ext cx="14292247"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7992579" y="3488456"/>
            <a:ext cx="14292248"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7992579" y="14223879"/>
            <a:ext cx="14292248"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7992578" y="13703907"/>
            <a:ext cx="14292248"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2697536" y="3488456"/>
            <a:ext cx="6930219"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2697536" y="4035430"/>
            <a:ext cx="6930219"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22697536" y="9285357"/>
            <a:ext cx="6930219"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2697537" y="9751330"/>
            <a:ext cx="6933689"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22697536" y="16688880"/>
            <a:ext cx="6930219" cy="462106"/>
          </a:xfrm>
          <a:prstGeom prst="rect">
            <a:avLst/>
          </a:prstGeom>
          <a:noFill/>
        </p:spPr>
        <p:txBody>
          <a:bodyPr wrap="square" lIns="91436" tIns="91436" rIns="91436" bIns="91436" anchor="ctr" anchorCtr="0">
            <a:spAutoFit/>
          </a:bodyPr>
          <a:lstStyle>
            <a:lvl1pPr marL="0" indent="0" algn="ctr">
              <a:buNone/>
              <a:defRPr sz="1803"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2697537" y="17173194"/>
            <a:ext cx="6933689" cy="649066"/>
          </a:xfrm>
          <a:prstGeom prst="rect">
            <a:avLst/>
          </a:prstGeom>
        </p:spPr>
        <p:txBody>
          <a:bodyPr wrap="square" lIns="228589" tIns="228589" rIns="228589" bIns="228589">
            <a:spAutoFit/>
          </a:bodyPr>
          <a:lstStyle>
            <a:lvl1pPr marL="0" indent="0">
              <a:buNone/>
              <a:defRPr sz="1218">
                <a:latin typeface="Trebuchet MS" pitchFamily="34" charset="0"/>
              </a:defRPr>
            </a:lvl1pPr>
            <a:lvl2pPr marL="723894" indent="-278421">
              <a:defRPr sz="1218">
                <a:latin typeface="Trebuchet MS" pitchFamily="34" charset="0"/>
              </a:defRPr>
            </a:lvl2pPr>
            <a:lvl3pPr marL="1002315" indent="-278421">
              <a:defRPr sz="1218">
                <a:latin typeface="Trebuchet MS" pitchFamily="34" charset="0"/>
              </a:defRPr>
            </a:lvl3pPr>
            <a:lvl4pPr marL="1308578" indent="-306263">
              <a:defRPr sz="1218">
                <a:latin typeface="Trebuchet MS" pitchFamily="34" charset="0"/>
              </a:defRPr>
            </a:lvl4pPr>
            <a:lvl5pPr marL="1531315" indent="-222737">
              <a:defRPr sz="1218">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4092177" y="2198195"/>
            <a:ext cx="22072205" cy="831585"/>
          </a:xfrm>
          <a:prstGeom prst="rect">
            <a:avLst/>
          </a:prstGeom>
        </p:spPr>
        <p:txBody>
          <a:bodyPr>
            <a:normAutofit/>
          </a:bodyPr>
          <a:lstStyle>
            <a:lvl1pPr marL="0" indent="0" algn="ctr">
              <a:buFontTx/>
              <a:buNone/>
              <a:defRPr sz="2923">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affiliations</a:t>
            </a:r>
          </a:p>
        </p:txBody>
      </p:sp>
      <p:sp>
        <p:nvSpPr>
          <p:cNvPr id="65" name="Text Placeholder 76"/>
          <p:cNvSpPr>
            <a:spLocks noGrp="1"/>
          </p:cNvSpPr>
          <p:nvPr>
            <p:ph type="body" sz="quarter" idx="151" hasCustomPrompt="1"/>
          </p:nvPr>
        </p:nvSpPr>
        <p:spPr>
          <a:xfrm>
            <a:off x="4092177" y="1366610"/>
            <a:ext cx="22072205" cy="831585"/>
          </a:xfrm>
          <a:prstGeom prst="rect">
            <a:avLst/>
          </a:prstGeom>
        </p:spPr>
        <p:txBody>
          <a:bodyPr anchor="t" anchorCtr="1">
            <a:normAutofit/>
          </a:bodyPr>
          <a:lstStyle>
            <a:lvl1pPr marL="0" indent="0" algn="ctr">
              <a:buFontTx/>
              <a:buNone/>
              <a:defRPr sz="4287">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authors</a:t>
            </a:r>
          </a:p>
        </p:txBody>
      </p:sp>
      <p:sp>
        <p:nvSpPr>
          <p:cNvPr id="66" name="Text Placeholder 76"/>
          <p:cNvSpPr>
            <a:spLocks noGrp="1"/>
          </p:cNvSpPr>
          <p:nvPr>
            <p:ph type="body" sz="quarter" idx="153" hasCustomPrompt="1"/>
          </p:nvPr>
        </p:nvSpPr>
        <p:spPr>
          <a:xfrm>
            <a:off x="4092177" y="302590"/>
            <a:ext cx="22072205" cy="1064019"/>
          </a:xfrm>
          <a:prstGeom prst="rect">
            <a:avLst/>
          </a:prstGeom>
        </p:spPr>
        <p:txBody>
          <a:bodyPr anchor="t" anchorCtr="1">
            <a:normAutofit/>
          </a:bodyPr>
          <a:lstStyle>
            <a:lvl1pPr marL="0" indent="0" algn="ctr">
              <a:buFontTx/>
              <a:buNone/>
              <a:defRPr sz="5603">
                <a:solidFill>
                  <a:schemeClr val="bg1"/>
                </a:solidFill>
                <a:latin typeface="+mj-lt"/>
              </a:defRPr>
            </a:lvl1pPr>
            <a:lvl2pPr>
              <a:buFontTx/>
              <a:buNone/>
              <a:defRPr sz="3508"/>
            </a:lvl2pPr>
            <a:lvl3pPr>
              <a:buFontTx/>
              <a:buNone/>
              <a:defRPr sz="3508"/>
            </a:lvl3pPr>
            <a:lvl4pPr>
              <a:buFontTx/>
              <a:buNone/>
              <a:defRPr sz="3508"/>
            </a:lvl4pPr>
            <a:lvl5pPr>
              <a:buFontTx/>
              <a:buNone/>
              <a:defRPr sz="3508"/>
            </a:lvl5pPr>
          </a:lstStyle>
          <a:p>
            <a:pPr lvl="0"/>
            <a:r>
              <a:rPr lang="en-US" dirty="0"/>
              <a:t>Click here to add title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73050" y="1383915"/>
            <a:ext cx="5361236" cy="954921"/>
          </a:xfrm>
        </p:spPr>
        <p:txBody>
          <a:bodyPr/>
          <a:lstStyle/>
          <a:p>
            <a:r>
              <a:rPr lang="en-US"/>
              <a:t>Click to edit Master title style</a:t>
            </a:r>
          </a:p>
        </p:txBody>
      </p:sp>
      <p:sp>
        <p:nvSpPr>
          <p:cNvPr id="3" name="Subtitle 2"/>
          <p:cNvSpPr>
            <a:spLocks noGrp="1"/>
          </p:cNvSpPr>
          <p:nvPr>
            <p:ph type="subTitle" idx="1"/>
          </p:nvPr>
        </p:nvSpPr>
        <p:spPr>
          <a:xfrm>
            <a:off x="946101" y="2524456"/>
            <a:ext cx="4415135" cy="1138480"/>
          </a:xfrm>
        </p:spPr>
        <p:txBody>
          <a:bodyPr/>
          <a:lstStyle>
            <a:lvl1pPr marL="0" indent="0" algn="ctr">
              <a:buNone/>
              <a:defRPr>
                <a:solidFill>
                  <a:schemeClr val="tx1">
                    <a:tint val="75000"/>
                  </a:schemeClr>
                </a:solidFill>
              </a:defRPr>
            </a:lvl1pPr>
            <a:lvl2pPr marL="296995" indent="0" algn="ctr">
              <a:buNone/>
              <a:defRPr>
                <a:solidFill>
                  <a:schemeClr val="tx1">
                    <a:tint val="75000"/>
                  </a:schemeClr>
                </a:solidFill>
              </a:defRPr>
            </a:lvl2pPr>
            <a:lvl3pPr marL="593990" indent="0" algn="ctr">
              <a:buNone/>
              <a:defRPr>
                <a:solidFill>
                  <a:schemeClr val="tx1">
                    <a:tint val="75000"/>
                  </a:schemeClr>
                </a:solidFill>
              </a:defRPr>
            </a:lvl3pPr>
            <a:lvl4pPr marL="890986" indent="0" algn="ctr">
              <a:buNone/>
              <a:defRPr>
                <a:solidFill>
                  <a:schemeClr val="tx1">
                    <a:tint val="75000"/>
                  </a:schemeClr>
                </a:solidFill>
              </a:defRPr>
            </a:lvl4pPr>
            <a:lvl5pPr marL="1187981" indent="0" algn="ctr">
              <a:buNone/>
              <a:defRPr>
                <a:solidFill>
                  <a:schemeClr val="tx1">
                    <a:tint val="75000"/>
                  </a:schemeClr>
                </a:solidFill>
              </a:defRPr>
            </a:lvl5pPr>
            <a:lvl6pPr marL="1484977" indent="0" algn="ctr">
              <a:buNone/>
              <a:defRPr>
                <a:solidFill>
                  <a:schemeClr val="tx1">
                    <a:tint val="75000"/>
                  </a:schemeClr>
                </a:solidFill>
              </a:defRPr>
            </a:lvl6pPr>
            <a:lvl7pPr marL="1781973" indent="0" algn="ctr">
              <a:buNone/>
              <a:defRPr>
                <a:solidFill>
                  <a:schemeClr val="tx1">
                    <a:tint val="75000"/>
                  </a:schemeClr>
                </a:solidFill>
              </a:defRPr>
            </a:lvl7pPr>
            <a:lvl8pPr marL="2078968" indent="0" algn="ctr">
              <a:buNone/>
              <a:defRPr>
                <a:solidFill>
                  <a:schemeClr val="tx1">
                    <a:tint val="75000"/>
                  </a:schemeClr>
                </a:solidFill>
              </a:defRPr>
            </a:lvl8pPr>
            <a:lvl9pPr marL="2375963"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54258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043394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98237" y="2862702"/>
            <a:ext cx="5361236" cy="884797"/>
          </a:xfrm>
        </p:spPr>
        <p:txBody>
          <a:bodyPr anchor="t"/>
          <a:lstStyle>
            <a:lvl1pPr algn="l">
              <a:defRPr sz="2598" b="1" cap="all"/>
            </a:lvl1pPr>
          </a:lstStyle>
          <a:p>
            <a:r>
              <a:rPr lang="en-US"/>
              <a:t>Click to edit Master title style</a:t>
            </a:r>
          </a:p>
        </p:txBody>
      </p:sp>
      <p:sp>
        <p:nvSpPr>
          <p:cNvPr id="3" name="Text Placeholder 2"/>
          <p:cNvSpPr>
            <a:spLocks noGrp="1"/>
          </p:cNvSpPr>
          <p:nvPr>
            <p:ph type="body" idx="1"/>
          </p:nvPr>
        </p:nvSpPr>
        <p:spPr>
          <a:xfrm>
            <a:off x="498237" y="1888186"/>
            <a:ext cx="5361236" cy="974514"/>
          </a:xfrm>
        </p:spPr>
        <p:txBody>
          <a:bodyPr anchor="b"/>
          <a:lstStyle>
            <a:lvl1pPr marL="0" indent="0">
              <a:buNone/>
              <a:defRPr sz="1299">
                <a:solidFill>
                  <a:schemeClr val="tx1">
                    <a:tint val="75000"/>
                  </a:schemeClr>
                </a:solidFill>
              </a:defRPr>
            </a:lvl1pPr>
            <a:lvl2pPr marL="296995" indent="0">
              <a:buNone/>
              <a:defRPr sz="1169">
                <a:solidFill>
                  <a:schemeClr val="tx1">
                    <a:tint val="75000"/>
                  </a:schemeClr>
                </a:solidFill>
              </a:defRPr>
            </a:lvl2pPr>
            <a:lvl3pPr marL="593990" indent="0">
              <a:buNone/>
              <a:defRPr sz="1039">
                <a:solidFill>
                  <a:schemeClr val="tx1">
                    <a:tint val="75000"/>
                  </a:schemeClr>
                </a:solidFill>
              </a:defRPr>
            </a:lvl3pPr>
            <a:lvl4pPr marL="890986" indent="0">
              <a:buNone/>
              <a:defRPr sz="909">
                <a:solidFill>
                  <a:schemeClr val="tx1">
                    <a:tint val="75000"/>
                  </a:schemeClr>
                </a:solidFill>
              </a:defRPr>
            </a:lvl4pPr>
            <a:lvl5pPr marL="1187981" indent="0">
              <a:buNone/>
              <a:defRPr sz="909">
                <a:solidFill>
                  <a:schemeClr val="tx1">
                    <a:tint val="75000"/>
                  </a:schemeClr>
                </a:solidFill>
              </a:defRPr>
            </a:lvl5pPr>
            <a:lvl6pPr marL="1484977" indent="0">
              <a:buNone/>
              <a:defRPr sz="909">
                <a:solidFill>
                  <a:schemeClr val="tx1">
                    <a:tint val="75000"/>
                  </a:schemeClr>
                </a:solidFill>
              </a:defRPr>
            </a:lvl6pPr>
            <a:lvl7pPr marL="1781973" indent="0">
              <a:buNone/>
              <a:defRPr sz="909">
                <a:solidFill>
                  <a:schemeClr val="tx1">
                    <a:tint val="75000"/>
                  </a:schemeClr>
                </a:solidFill>
              </a:defRPr>
            </a:lvl7pPr>
            <a:lvl8pPr marL="2078968" indent="0">
              <a:buNone/>
              <a:defRPr sz="909">
                <a:solidFill>
                  <a:schemeClr val="tx1">
                    <a:tint val="75000"/>
                  </a:schemeClr>
                </a:solidFill>
              </a:defRPr>
            </a:lvl8pPr>
            <a:lvl9pPr marL="2375963" indent="0">
              <a:buNone/>
              <a:defRPr sz="909">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449558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15367" y="1039484"/>
            <a:ext cx="2785740" cy="2940043"/>
          </a:xfrm>
        </p:spPr>
        <p:txBody>
          <a:bodyPr/>
          <a:lstStyle>
            <a:lvl1pPr>
              <a:defRPr sz="1819"/>
            </a:lvl1pPr>
            <a:lvl2pPr>
              <a:defRPr sz="1559"/>
            </a:lvl2pPr>
            <a:lvl3pPr>
              <a:defRPr sz="1299"/>
            </a:lvl3pPr>
            <a:lvl4pPr>
              <a:defRPr sz="1169"/>
            </a:lvl4pPr>
            <a:lvl5pPr>
              <a:defRPr sz="1169"/>
            </a:lvl5pPr>
            <a:lvl6pPr>
              <a:defRPr sz="1169"/>
            </a:lvl6pPr>
            <a:lvl7pPr>
              <a:defRPr sz="1169"/>
            </a:lvl7pPr>
            <a:lvl8pPr>
              <a:defRPr sz="1169"/>
            </a:lvl8pPr>
            <a:lvl9pPr>
              <a:defRPr sz="116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206229" y="1039484"/>
            <a:ext cx="2785740" cy="2940043"/>
          </a:xfrm>
        </p:spPr>
        <p:txBody>
          <a:bodyPr/>
          <a:lstStyle>
            <a:lvl1pPr>
              <a:defRPr sz="1819"/>
            </a:lvl1pPr>
            <a:lvl2pPr>
              <a:defRPr sz="1559"/>
            </a:lvl2pPr>
            <a:lvl3pPr>
              <a:defRPr sz="1299"/>
            </a:lvl3pPr>
            <a:lvl4pPr>
              <a:defRPr sz="1169"/>
            </a:lvl4pPr>
            <a:lvl5pPr>
              <a:defRPr sz="1169"/>
            </a:lvl5pPr>
            <a:lvl6pPr>
              <a:defRPr sz="1169"/>
            </a:lvl6pPr>
            <a:lvl7pPr>
              <a:defRPr sz="1169"/>
            </a:lvl7pPr>
            <a:lvl8pPr>
              <a:defRPr sz="1169"/>
            </a:lvl8pPr>
            <a:lvl9pPr>
              <a:defRPr sz="116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81707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15369" y="997202"/>
            <a:ext cx="2786835" cy="415586"/>
          </a:xfrm>
        </p:spPr>
        <p:txBody>
          <a:bodyPr anchor="b"/>
          <a:lstStyle>
            <a:lvl1pPr marL="0" indent="0">
              <a:buNone/>
              <a:defRPr sz="1559" b="1"/>
            </a:lvl1pPr>
            <a:lvl2pPr marL="296995" indent="0">
              <a:buNone/>
              <a:defRPr sz="1299" b="1"/>
            </a:lvl2pPr>
            <a:lvl3pPr marL="593990" indent="0">
              <a:buNone/>
              <a:defRPr sz="1169" b="1"/>
            </a:lvl3pPr>
            <a:lvl4pPr marL="890986" indent="0">
              <a:buNone/>
              <a:defRPr sz="1039" b="1"/>
            </a:lvl4pPr>
            <a:lvl5pPr marL="1187981" indent="0">
              <a:buNone/>
              <a:defRPr sz="1039" b="1"/>
            </a:lvl5pPr>
            <a:lvl6pPr marL="1484977" indent="0">
              <a:buNone/>
              <a:defRPr sz="1039" b="1"/>
            </a:lvl6pPr>
            <a:lvl7pPr marL="1781973" indent="0">
              <a:buNone/>
              <a:defRPr sz="1039" b="1"/>
            </a:lvl7pPr>
            <a:lvl8pPr marL="2078968" indent="0">
              <a:buNone/>
              <a:defRPr sz="1039" b="1"/>
            </a:lvl8pPr>
            <a:lvl9pPr marL="2375963" indent="0">
              <a:buNone/>
              <a:defRPr sz="1039" b="1"/>
            </a:lvl9pPr>
          </a:lstStyle>
          <a:p>
            <a:pPr lvl="0"/>
            <a:r>
              <a:rPr lang="en-US"/>
              <a:t>Click to edit Master text styles</a:t>
            </a:r>
          </a:p>
        </p:txBody>
      </p:sp>
      <p:sp>
        <p:nvSpPr>
          <p:cNvPr id="4" name="Content Placeholder 3"/>
          <p:cNvSpPr>
            <a:spLocks noGrp="1"/>
          </p:cNvSpPr>
          <p:nvPr>
            <p:ph sz="half" idx="2"/>
          </p:nvPr>
        </p:nvSpPr>
        <p:spPr>
          <a:xfrm>
            <a:off x="315369" y="1412790"/>
            <a:ext cx="2786835" cy="2566737"/>
          </a:xfrm>
        </p:spPr>
        <p:txBody>
          <a:bodyPr/>
          <a:lstStyle>
            <a:lvl1pPr>
              <a:defRPr sz="1559"/>
            </a:lvl1pPr>
            <a:lvl2pPr>
              <a:defRPr sz="1299"/>
            </a:lvl2pPr>
            <a:lvl3pPr>
              <a:defRPr sz="1169"/>
            </a:lvl3pPr>
            <a:lvl4pPr>
              <a:defRPr sz="1039"/>
            </a:lvl4pPr>
            <a:lvl5pPr>
              <a:defRPr sz="1039"/>
            </a:lvl5pPr>
            <a:lvl6pPr>
              <a:defRPr sz="1039"/>
            </a:lvl6pPr>
            <a:lvl7pPr>
              <a:defRPr sz="1039"/>
            </a:lvl7pPr>
            <a:lvl8pPr>
              <a:defRPr sz="1039"/>
            </a:lvl8pPr>
            <a:lvl9pPr>
              <a:defRPr sz="103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204040" y="997202"/>
            <a:ext cx="2787930" cy="415586"/>
          </a:xfrm>
        </p:spPr>
        <p:txBody>
          <a:bodyPr anchor="b"/>
          <a:lstStyle>
            <a:lvl1pPr marL="0" indent="0">
              <a:buNone/>
              <a:defRPr sz="1559" b="1"/>
            </a:lvl1pPr>
            <a:lvl2pPr marL="296995" indent="0">
              <a:buNone/>
              <a:defRPr sz="1299" b="1"/>
            </a:lvl2pPr>
            <a:lvl3pPr marL="593990" indent="0">
              <a:buNone/>
              <a:defRPr sz="1169" b="1"/>
            </a:lvl3pPr>
            <a:lvl4pPr marL="890986" indent="0">
              <a:buNone/>
              <a:defRPr sz="1039" b="1"/>
            </a:lvl4pPr>
            <a:lvl5pPr marL="1187981" indent="0">
              <a:buNone/>
              <a:defRPr sz="1039" b="1"/>
            </a:lvl5pPr>
            <a:lvl6pPr marL="1484977" indent="0">
              <a:buNone/>
              <a:defRPr sz="1039" b="1"/>
            </a:lvl6pPr>
            <a:lvl7pPr marL="1781973" indent="0">
              <a:buNone/>
              <a:defRPr sz="1039" b="1"/>
            </a:lvl7pPr>
            <a:lvl8pPr marL="2078968" indent="0">
              <a:buNone/>
              <a:defRPr sz="1039" b="1"/>
            </a:lvl8pPr>
            <a:lvl9pPr marL="2375963" indent="0">
              <a:buNone/>
              <a:defRPr sz="1039" b="1"/>
            </a:lvl9pPr>
          </a:lstStyle>
          <a:p>
            <a:pPr lvl="0"/>
            <a:r>
              <a:rPr lang="en-US"/>
              <a:t>Click to edit Master text styles</a:t>
            </a:r>
          </a:p>
        </p:txBody>
      </p:sp>
      <p:sp>
        <p:nvSpPr>
          <p:cNvPr id="6" name="Content Placeholder 5"/>
          <p:cNvSpPr>
            <a:spLocks noGrp="1"/>
          </p:cNvSpPr>
          <p:nvPr>
            <p:ph sz="quarter" idx="4"/>
          </p:nvPr>
        </p:nvSpPr>
        <p:spPr>
          <a:xfrm>
            <a:off x="3204040" y="1412790"/>
            <a:ext cx="2787930" cy="2566737"/>
          </a:xfrm>
        </p:spPr>
        <p:txBody>
          <a:bodyPr/>
          <a:lstStyle>
            <a:lvl1pPr>
              <a:defRPr sz="1559"/>
            </a:lvl1pPr>
            <a:lvl2pPr>
              <a:defRPr sz="1299"/>
            </a:lvl2pPr>
            <a:lvl3pPr>
              <a:defRPr sz="1169"/>
            </a:lvl3pPr>
            <a:lvl4pPr>
              <a:defRPr sz="1039"/>
            </a:lvl4pPr>
            <a:lvl5pPr>
              <a:defRPr sz="1039"/>
            </a:lvl5pPr>
            <a:lvl6pPr>
              <a:defRPr sz="1039"/>
            </a:lvl6pPr>
            <a:lvl7pPr>
              <a:defRPr sz="1039"/>
            </a:lvl7pPr>
            <a:lvl8pPr>
              <a:defRPr sz="1039"/>
            </a:lvl8pPr>
            <a:lvl9pPr>
              <a:defRPr sz="103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7706507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559905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0360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15367" y="177372"/>
            <a:ext cx="2075070" cy="754862"/>
          </a:xfrm>
        </p:spPr>
        <p:txBody>
          <a:bodyPr anchor="b"/>
          <a:lstStyle>
            <a:lvl1pPr algn="l">
              <a:defRPr sz="1299" b="1"/>
            </a:lvl1pPr>
          </a:lstStyle>
          <a:p>
            <a:r>
              <a:rPr lang="en-US"/>
              <a:t>Click to edit Master title style</a:t>
            </a:r>
          </a:p>
        </p:txBody>
      </p:sp>
      <p:sp>
        <p:nvSpPr>
          <p:cNvPr id="3" name="Content Placeholder 2"/>
          <p:cNvSpPr>
            <a:spLocks noGrp="1"/>
          </p:cNvSpPr>
          <p:nvPr>
            <p:ph idx="1"/>
          </p:nvPr>
        </p:nvSpPr>
        <p:spPr>
          <a:xfrm>
            <a:off x="2465993" y="177372"/>
            <a:ext cx="3525976" cy="3802152"/>
          </a:xfrm>
        </p:spPr>
        <p:txBody>
          <a:bodyPr/>
          <a:lstStyle>
            <a:lvl1pPr>
              <a:defRPr sz="2079"/>
            </a:lvl1pPr>
            <a:lvl2pPr>
              <a:defRPr sz="1819"/>
            </a:lvl2pPr>
            <a:lvl3pPr>
              <a:defRPr sz="1559"/>
            </a:lvl3pPr>
            <a:lvl4pPr>
              <a:defRPr sz="1299"/>
            </a:lvl4pPr>
            <a:lvl5pPr>
              <a:defRPr sz="1299"/>
            </a:lvl5pPr>
            <a:lvl6pPr>
              <a:defRPr sz="1299"/>
            </a:lvl6pPr>
            <a:lvl7pPr>
              <a:defRPr sz="1299"/>
            </a:lvl7pPr>
            <a:lvl8pPr>
              <a:defRPr sz="1299"/>
            </a:lvl8pPr>
            <a:lvl9pPr>
              <a:defRPr sz="129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15367" y="932234"/>
            <a:ext cx="2075070" cy="3047291"/>
          </a:xfrm>
        </p:spPr>
        <p:txBody>
          <a:bodyPr/>
          <a:lstStyle>
            <a:lvl1pPr marL="0" indent="0">
              <a:buNone/>
              <a:defRPr sz="909"/>
            </a:lvl1pPr>
            <a:lvl2pPr marL="296995" indent="0">
              <a:buNone/>
              <a:defRPr sz="780"/>
            </a:lvl2pPr>
            <a:lvl3pPr marL="593990" indent="0">
              <a:buNone/>
              <a:defRPr sz="650"/>
            </a:lvl3pPr>
            <a:lvl4pPr marL="890986" indent="0">
              <a:buNone/>
              <a:defRPr sz="585"/>
            </a:lvl4pPr>
            <a:lvl5pPr marL="1187981" indent="0">
              <a:buNone/>
              <a:defRPr sz="585"/>
            </a:lvl5pPr>
            <a:lvl6pPr marL="1484977" indent="0">
              <a:buNone/>
              <a:defRPr sz="585"/>
            </a:lvl6pPr>
            <a:lvl7pPr marL="1781973" indent="0">
              <a:buNone/>
              <a:defRPr sz="585"/>
            </a:lvl7pPr>
            <a:lvl8pPr marL="2078968" indent="0">
              <a:buNone/>
              <a:defRPr sz="585"/>
            </a:lvl8pPr>
            <a:lvl9pPr marL="2375963" indent="0">
              <a:buNone/>
              <a:defRPr sz="585"/>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1078416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36283" y="3118445"/>
            <a:ext cx="3784402" cy="368150"/>
          </a:xfrm>
        </p:spPr>
        <p:txBody>
          <a:bodyPr anchor="b"/>
          <a:lstStyle>
            <a:lvl1pPr algn="l">
              <a:defRPr sz="1299" b="1"/>
            </a:lvl1pPr>
          </a:lstStyle>
          <a:p>
            <a:r>
              <a:rPr lang="en-US"/>
              <a:t>Click to edit Master title style</a:t>
            </a:r>
          </a:p>
        </p:txBody>
      </p:sp>
      <p:sp>
        <p:nvSpPr>
          <p:cNvPr id="3" name="Picture Placeholder 2"/>
          <p:cNvSpPr>
            <a:spLocks noGrp="1"/>
          </p:cNvSpPr>
          <p:nvPr>
            <p:ph type="pic" idx="1"/>
          </p:nvPr>
        </p:nvSpPr>
        <p:spPr>
          <a:xfrm>
            <a:off x="1236283" y="398056"/>
            <a:ext cx="3784402" cy="2672953"/>
          </a:xfrm>
        </p:spPr>
        <p:txBody>
          <a:bodyPr/>
          <a:lstStyle>
            <a:lvl1pPr marL="0" indent="0">
              <a:buNone/>
              <a:defRPr sz="2079"/>
            </a:lvl1pPr>
            <a:lvl2pPr marL="296995" indent="0">
              <a:buNone/>
              <a:defRPr sz="1819"/>
            </a:lvl2pPr>
            <a:lvl3pPr marL="593990" indent="0">
              <a:buNone/>
              <a:defRPr sz="1559"/>
            </a:lvl3pPr>
            <a:lvl4pPr marL="890986" indent="0">
              <a:buNone/>
              <a:defRPr sz="1299"/>
            </a:lvl4pPr>
            <a:lvl5pPr marL="1187981" indent="0">
              <a:buNone/>
              <a:defRPr sz="1299"/>
            </a:lvl5pPr>
            <a:lvl6pPr marL="1484977" indent="0">
              <a:buNone/>
              <a:defRPr sz="1299"/>
            </a:lvl6pPr>
            <a:lvl7pPr marL="1781973" indent="0">
              <a:buNone/>
              <a:defRPr sz="1299"/>
            </a:lvl7pPr>
            <a:lvl8pPr marL="2078968" indent="0">
              <a:buNone/>
              <a:defRPr sz="1299"/>
            </a:lvl8pPr>
            <a:lvl9pPr marL="2375963" indent="0">
              <a:buNone/>
              <a:defRPr sz="1299"/>
            </a:lvl9pPr>
          </a:lstStyle>
          <a:p>
            <a:endParaRPr lang="en-US"/>
          </a:p>
        </p:txBody>
      </p:sp>
      <p:sp>
        <p:nvSpPr>
          <p:cNvPr id="4" name="Text Placeholder 3"/>
          <p:cNvSpPr>
            <a:spLocks noGrp="1"/>
          </p:cNvSpPr>
          <p:nvPr>
            <p:ph type="body" sz="half" idx="2"/>
          </p:nvPr>
        </p:nvSpPr>
        <p:spPr>
          <a:xfrm>
            <a:off x="1236283" y="3486596"/>
            <a:ext cx="3784402" cy="522834"/>
          </a:xfrm>
        </p:spPr>
        <p:txBody>
          <a:bodyPr/>
          <a:lstStyle>
            <a:lvl1pPr marL="0" indent="0">
              <a:buNone/>
              <a:defRPr sz="909"/>
            </a:lvl1pPr>
            <a:lvl2pPr marL="296995" indent="0">
              <a:buNone/>
              <a:defRPr sz="780"/>
            </a:lvl2pPr>
            <a:lvl3pPr marL="593990" indent="0">
              <a:buNone/>
              <a:defRPr sz="650"/>
            </a:lvl3pPr>
            <a:lvl4pPr marL="890986" indent="0">
              <a:buNone/>
              <a:defRPr sz="585"/>
            </a:lvl4pPr>
            <a:lvl5pPr marL="1187981" indent="0">
              <a:buNone/>
              <a:defRPr sz="585"/>
            </a:lvl5pPr>
            <a:lvl6pPr marL="1484977" indent="0">
              <a:buNone/>
              <a:defRPr sz="585"/>
            </a:lvl6pPr>
            <a:lvl7pPr marL="1781973" indent="0">
              <a:buNone/>
              <a:defRPr sz="585"/>
            </a:lvl7pPr>
            <a:lvl8pPr marL="2078968" indent="0">
              <a:buNone/>
              <a:defRPr sz="585"/>
            </a:lvl8pPr>
            <a:lvl9pPr marL="2375963" indent="0">
              <a:buNone/>
              <a:defRPr sz="585"/>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0648070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6722548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572820" y="178406"/>
            <a:ext cx="1419151" cy="380112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15367" y="178406"/>
            <a:ext cx="4152330" cy="380112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155215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theme" Target="../theme/theme4.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1" y="0"/>
            <a:ext cx="30275213" cy="3118445"/>
          </a:xfrm>
          <a:prstGeom prst="rect">
            <a:avLst/>
          </a:prstGeom>
          <a:solidFill>
            <a:schemeClr val="accent5">
              <a:lumMod val="75000"/>
            </a:schemeClr>
          </a:solidFill>
          <a:ln w="9525">
            <a:solidFill>
              <a:schemeClr val="tx1"/>
            </a:solidFill>
            <a:miter lim="800000"/>
            <a:headEnd/>
            <a:tailEnd/>
          </a:ln>
          <a:effectLst/>
        </p:spPr>
        <p:txBody>
          <a:bodyPr wrap="none" lIns="44547" tIns="22273" rIns="44547" bIns="22273" anchor="ctr"/>
          <a:lstStyle/>
          <a:p>
            <a:pPr>
              <a:defRPr/>
            </a:pPr>
            <a:endParaRPr lang="en-US" sz="2818" dirty="0"/>
          </a:p>
        </p:txBody>
      </p:sp>
      <p:sp>
        <p:nvSpPr>
          <p:cNvPr id="9" name="Rectangle 9"/>
          <p:cNvSpPr>
            <a:spLocks noChangeArrowheads="1"/>
          </p:cNvSpPr>
          <p:nvPr/>
        </p:nvSpPr>
        <p:spPr bwMode="auto">
          <a:xfrm>
            <a:off x="1" y="3118446"/>
            <a:ext cx="30275213" cy="2969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44547" tIns="22273" rIns="44547" bIns="22273" anchor="ctr"/>
          <a:lstStyle/>
          <a:p>
            <a:pPr>
              <a:defRPr/>
            </a:pPr>
            <a:endParaRPr lang="en-US" sz="2818" dirty="0"/>
          </a:p>
        </p:txBody>
      </p:sp>
      <p:sp>
        <p:nvSpPr>
          <p:cNvPr id="10" name="Text Box 14"/>
          <p:cNvSpPr txBox="1">
            <a:spLocks noChangeArrowheads="1"/>
          </p:cNvSpPr>
          <p:nvPr/>
        </p:nvSpPr>
        <p:spPr bwMode="auto">
          <a:xfrm>
            <a:off x="1081094" y="20992133"/>
            <a:ext cx="1734518" cy="166396"/>
          </a:xfrm>
          <a:prstGeom prst="rect">
            <a:avLst/>
          </a:prstGeom>
          <a:noFill/>
          <a:ln w="9525">
            <a:noFill/>
            <a:miter lim="800000"/>
            <a:headEnd/>
            <a:tailEnd/>
          </a:ln>
          <a:effectLst/>
        </p:spPr>
        <p:txBody>
          <a:bodyPr lIns="44463" tIns="22227" rIns="44463" bIns="22227">
            <a:spAutoFit/>
          </a:bodyPr>
          <a:lstStyle/>
          <a:p>
            <a:pPr eaLnBrk="0" hangingPunct="0">
              <a:lnSpc>
                <a:spcPct val="65000"/>
              </a:lnSpc>
              <a:spcBef>
                <a:spcPct val="50000"/>
              </a:spcBef>
              <a:defRPr/>
            </a:pPr>
            <a:r>
              <a:rPr lang="en-US" sz="244"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536" b="1" dirty="0">
                <a:solidFill>
                  <a:schemeClr val="bg1">
                    <a:lumMod val="75000"/>
                  </a:schemeClr>
                </a:solidFill>
                <a:latin typeface="Arial" charset="0"/>
              </a:rPr>
              <a:t>www.PosterPresentations.com</a:t>
            </a:r>
          </a:p>
        </p:txBody>
      </p:sp>
      <p:sp>
        <p:nvSpPr>
          <p:cNvPr id="2" name="Rounded Rectangle 1"/>
          <p:cNvSpPr/>
          <p:nvPr userDrawn="1"/>
        </p:nvSpPr>
        <p:spPr>
          <a:xfrm>
            <a:off x="329593" y="3556626"/>
            <a:ext cx="6938070" cy="17368008"/>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3" name="Rounded Rectangle 22"/>
          <p:cNvSpPr/>
          <p:nvPr userDrawn="1"/>
        </p:nvSpPr>
        <p:spPr>
          <a:xfrm>
            <a:off x="7890737" y="3556626"/>
            <a:ext cx="6938070" cy="17368008"/>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4" name="Rounded Rectangle 23"/>
          <p:cNvSpPr/>
          <p:nvPr userDrawn="1"/>
        </p:nvSpPr>
        <p:spPr>
          <a:xfrm>
            <a:off x="15451882" y="3556626"/>
            <a:ext cx="6938070" cy="17368008"/>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6" name="Rounded Rectangle 25"/>
          <p:cNvSpPr/>
          <p:nvPr userDrawn="1"/>
        </p:nvSpPr>
        <p:spPr>
          <a:xfrm>
            <a:off x="23013025" y="3556626"/>
            <a:ext cx="6938070" cy="17368008"/>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grpSp>
        <p:nvGrpSpPr>
          <p:cNvPr id="30" name="Group 29"/>
          <p:cNvGrpSpPr/>
          <p:nvPr userDrawn="1"/>
        </p:nvGrpSpPr>
        <p:grpSpPr>
          <a:xfrm>
            <a:off x="-7742895" y="-1"/>
            <a:ext cx="7600578" cy="21383626"/>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739736" rtl="0" eaLnBrk="1" fontAlgn="auto" latinLnBrk="0" hangingPunct="1">
                <a:lnSpc>
                  <a:spcPct val="100000"/>
                </a:lnSpc>
                <a:spcBef>
                  <a:spcPts val="0"/>
                </a:spcBef>
                <a:spcAft>
                  <a:spcPts val="0"/>
                </a:spcAft>
                <a:buClrTx/>
                <a:buSzTx/>
                <a:buFontTx/>
                <a:buNone/>
                <a:tabLst/>
                <a:defRPr/>
              </a:pPr>
              <a:r>
                <a:rPr lang="en-US" sz="1559" b="1" spc="0" dirty="0">
                  <a:solidFill>
                    <a:srgbClr val="FF0000"/>
                  </a:solidFill>
                  <a:latin typeface="Trebuchet MS" pitchFamily="34" charset="0"/>
                </a:rPr>
                <a:t>(—THIS SIDEBAR DOES NOT PRINT—)</a:t>
              </a:r>
              <a:endParaRPr lang="en-US" sz="1559" b="1" spc="292" dirty="0">
                <a:solidFill>
                  <a:schemeClr val="bg1"/>
                </a:solidFill>
                <a:latin typeface="Trebuchet MS" pitchFamily="34" charset="0"/>
              </a:endParaRPr>
            </a:p>
            <a:p>
              <a:pPr algn="ctr"/>
              <a:r>
                <a:rPr lang="en-US" sz="1949" b="1" spc="292" dirty="0">
                  <a:solidFill>
                    <a:schemeClr val="bg1"/>
                  </a:solidFill>
                  <a:latin typeface="Trebuchet MS" pitchFamily="34" charset="0"/>
                </a:rPr>
                <a:t>DESIGN</a:t>
              </a:r>
              <a:r>
                <a:rPr lang="en-US" sz="1949" b="1" spc="292" baseline="0" dirty="0">
                  <a:solidFill>
                    <a:schemeClr val="bg1"/>
                  </a:solidFill>
                  <a:latin typeface="Trebuchet MS" pitchFamily="34" charset="0"/>
                </a:rPr>
                <a:t> </a:t>
              </a:r>
              <a:r>
                <a:rPr lang="en-US" sz="1949" b="1" spc="292" dirty="0">
                  <a:solidFill>
                    <a:schemeClr val="bg1"/>
                  </a:solidFill>
                  <a:latin typeface="Trebuchet MS" pitchFamily="34" charset="0"/>
                </a:rPr>
                <a:t>GUIDE</a:t>
              </a:r>
            </a:p>
            <a:p>
              <a:pPr algn="ctr"/>
              <a:endParaRPr lang="en-US" sz="1364" b="1" dirty="0">
                <a:latin typeface="Trebuchet MS" pitchFamily="34" charset="0"/>
              </a:endParaRPr>
            </a:p>
            <a:p>
              <a:pPr defTabSz="1834619"/>
              <a:r>
                <a:rPr lang="en-US" sz="1364" i="0" dirty="0">
                  <a:latin typeface="Trebuchet MS" pitchFamily="34" charset="0"/>
                </a:rPr>
                <a:t>This PowerPoint</a:t>
              </a:r>
              <a:r>
                <a:rPr lang="en-US" sz="1364" i="0" baseline="0" dirty="0">
                  <a:latin typeface="Trebuchet MS" pitchFamily="34" charset="0"/>
                </a:rPr>
                <a:t> </a:t>
              </a:r>
              <a:r>
                <a:rPr lang="en-US" sz="1364" i="0" dirty="0">
                  <a:latin typeface="Trebuchet MS" pitchFamily="34" charset="0"/>
                </a:rPr>
                <a:t>2007 template produces</a:t>
              </a:r>
              <a:r>
                <a:rPr lang="en-US" sz="1364" i="0" baseline="0" dirty="0">
                  <a:latin typeface="Trebuchet MS" pitchFamily="34" charset="0"/>
                </a:rPr>
                <a:t> </a:t>
              </a:r>
              <a:r>
                <a:rPr lang="en-US" sz="1364" i="0" dirty="0">
                  <a:latin typeface="Trebuchet MS" pitchFamily="34" charset="0"/>
                </a:rPr>
                <a:t>a 36”x48” presentation poster. </a:t>
              </a:r>
              <a:r>
                <a:rPr lang="en-US" sz="1364" dirty="0">
                  <a:latin typeface="Trebuchet MS" pitchFamily="34" charset="0"/>
                </a:rPr>
                <a:t>You</a:t>
              </a:r>
              <a:r>
                <a:rPr lang="en-US" sz="1364" baseline="0" dirty="0">
                  <a:latin typeface="Trebuchet MS" pitchFamily="34" charset="0"/>
                </a:rPr>
                <a:t> can u</a:t>
              </a:r>
              <a:r>
                <a:rPr lang="en-US" sz="1364" dirty="0">
                  <a:latin typeface="Trebuchet MS" pitchFamily="34" charset="0"/>
                </a:rPr>
                <a:t>se</a:t>
              </a:r>
              <a:r>
                <a:rPr lang="en-US" sz="1364" baseline="0" dirty="0">
                  <a:latin typeface="Trebuchet MS" pitchFamily="34" charset="0"/>
                </a:rPr>
                <a:t> it to create your research poster and </a:t>
              </a:r>
              <a:r>
                <a:rPr lang="en-US" sz="1364" dirty="0">
                  <a:latin typeface="Trebuchet MS" pitchFamily="34" charset="0"/>
                </a:rPr>
                <a:t>save valuable time placing titles, subtitles,</a:t>
              </a:r>
              <a:r>
                <a:rPr lang="en-US" sz="1364" baseline="0" dirty="0">
                  <a:latin typeface="Trebuchet MS" pitchFamily="34" charset="0"/>
                </a:rPr>
                <a:t> text, and graphics</a:t>
              </a:r>
              <a:r>
                <a:rPr lang="en-US" sz="1364" dirty="0">
                  <a:latin typeface="Trebuchet MS" pitchFamily="34" charset="0"/>
                </a:rPr>
                <a:t>. </a:t>
              </a:r>
            </a:p>
            <a:p>
              <a:pPr defTabSz="1834619"/>
              <a:endParaRPr lang="en-US" sz="1364" dirty="0">
                <a:latin typeface="Trebuchet MS" pitchFamily="34" charset="0"/>
              </a:endParaRPr>
            </a:p>
            <a:p>
              <a:pPr defTabSz="2138427"/>
              <a:r>
                <a:rPr lang="en-US" sz="1364" dirty="0">
                  <a:latin typeface="Trebuchet MS" pitchFamily="34" charset="0"/>
                </a:rPr>
                <a:t>We provide a series of online tutorials that will guide you through the poster design process and answer your poster production questions. To view our template tutorials, go online to </a:t>
              </a:r>
              <a:r>
                <a:rPr lang="en-US" sz="1364" b="1" dirty="0">
                  <a:solidFill>
                    <a:srgbClr val="FFC000"/>
                  </a:solidFill>
                  <a:latin typeface="Trebuchet MS" pitchFamily="34" charset="0"/>
                </a:rPr>
                <a:t>PosterPresentations.com</a:t>
              </a:r>
              <a:r>
                <a:rPr lang="en-US" sz="1364" b="1" dirty="0">
                  <a:solidFill>
                    <a:schemeClr val="bg1"/>
                  </a:solidFill>
                  <a:latin typeface="Trebuchet MS" pitchFamily="34" charset="0"/>
                </a:rPr>
                <a:t> </a:t>
              </a:r>
              <a:r>
                <a:rPr lang="en-US" sz="1364" dirty="0">
                  <a:solidFill>
                    <a:schemeClr val="bg1"/>
                  </a:solidFill>
                  <a:latin typeface="Trebuchet MS" pitchFamily="34" charset="0"/>
                </a:rPr>
                <a:t>and click on HELP DESK.</a:t>
              </a:r>
            </a:p>
            <a:p>
              <a:pPr defTabSz="2138427"/>
              <a:endParaRPr lang="en-US" sz="1364" dirty="0">
                <a:latin typeface="Trebuchet MS" pitchFamily="34" charset="0"/>
              </a:endParaRPr>
            </a:p>
            <a:p>
              <a:pPr defTabSz="2138427"/>
              <a:r>
                <a:rPr lang="en-US" sz="1364" dirty="0">
                  <a:solidFill>
                    <a:schemeClr val="bg1"/>
                  </a:solidFill>
                  <a:latin typeface="Trebuchet MS" pitchFamily="34" charset="0"/>
                </a:rPr>
                <a:t>When</a:t>
              </a:r>
              <a:r>
                <a:rPr lang="en-US" sz="1364" baseline="0" dirty="0">
                  <a:solidFill>
                    <a:schemeClr val="bg1"/>
                  </a:solidFill>
                  <a:latin typeface="Trebuchet MS" pitchFamily="34" charset="0"/>
                </a:rPr>
                <a:t> you are ready to print your poster</a:t>
              </a:r>
              <a:r>
                <a:rPr lang="en-US" sz="1364" dirty="0">
                  <a:solidFill>
                    <a:schemeClr val="bg1"/>
                  </a:solidFill>
                  <a:latin typeface="Trebuchet MS" pitchFamily="34" charset="0"/>
                </a:rPr>
                <a:t>,</a:t>
              </a:r>
              <a:r>
                <a:rPr lang="en-US" sz="1364" baseline="0" dirty="0">
                  <a:solidFill>
                    <a:schemeClr val="bg1"/>
                  </a:solidFill>
                  <a:latin typeface="Trebuchet MS" pitchFamily="34" charset="0"/>
                </a:rPr>
                <a:t> go online to </a:t>
              </a:r>
              <a:r>
                <a:rPr lang="en-US" sz="1364" b="0" dirty="0">
                  <a:solidFill>
                    <a:schemeClr val="bg1"/>
                  </a:solidFill>
                  <a:latin typeface="Trebuchet MS" pitchFamily="34" charset="0"/>
                </a:rPr>
                <a:t>PosterPresentations.com</a:t>
              </a:r>
              <a:br>
                <a:rPr lang="en-US" sz="1364" dirty="0">
                  <a:solidFill>
                    <a:schemeClr val="bg1"/>
                  </a:solidFill>
                  <a:latin typeface="Trebuchet MS" pitchFamily="34" charset="0"/>
                </a:rPr>
              </a:br>
              <a:endParaRPr lang="en-US" sz="1364" dirty="0">
                <a:solidFill>
                  <a:schemeClr val="bg1"/>
                </a:solidFill>
                <a:latin typeface="Trebuchet MS" pitchFamily="34" charset="0"/>
              </a:endParaRPr>
            </a:p>
            <a:p>
              <a:pPr algn="l" defTabSz="1834619"/>
              <a:r>
                <a:rPr lang="en-US" sz="1364" b="0" dirty="0">
                  <a:solidFill>
                    <a:schemeClr val="bg1"/>
                  </a:solidFill>
                  <a:latin typeface="Trebuchet MS" pitchFamily="34" charset="0"/>
                </a:rPr>
                <a:t>Need</a:t>
              </a:r>
              <a:r>
                <a:rPr lang="en-US" sz="1364" b="0" baseline="0" dirty="0">
                  <a:solidFill>
                    <a:schemeClr val="bg1"/>
                  </a:solidFill>
                  <a:latin typeface="Trebuchet MS" pitchFamily="34" charset="0"/>
                </a:rPr>
                <a:t> assistance? Call us at </a:t>
              </a:r>
              <a:r>
                <a:rPr lang="en-US" sz="1364" b="0" dirty="0">
                  <a:solidFill>
                    <a:srgbClr val="FFC000"/>
                  </a:solidFill>
                  <a:latin typeface="Trebuchet MS" pitchFamily="34" charset="0"/>
                </a:rPr>
                <a:t>1.510.649.3001</a:t>
              </a:r>
            </a:p>
            <a:p>
              <a:pPr algn="l" defTabSz="1834619"/>
              <a:endParaRPr lang="en-US" sz="1754" b="1" dirty="0">
                <a:solidFill>
                  <a:srgbClr val="FFFF00"/>
                </a:solidFill>
                <a:latin typeface="Trebuchet MS" pitchFamily="34" charset="0"/>
              </a:endParaRPr>
            </a:p>
            <a:p>
              <a:pPr algn="ctr"/>
              <a:endParaRPr lang="en-US" sz="1169" b="1" dirty="0">
                <a:solidFill>
                  <a:schemeClr val="bg1"/>
                </a:solidFill>
                <a:latin typeface="Trebuchet MS" pitchFamily="34" charset="0"/>
              </a:endParaRPr>
            </a:p>
            <a:p>
              <a:pPr algn="ctr"/>
              <a:r>
                <a:rPr lang="en-US" sz="1949" b="1" spc="292" dirty="0">
                  <a:solidFill>
                    <a:schemeClr val="bg1"/>
                  </a:solidFill>
                  <a:latin typeface="Trebuchet MS" pitchFamily="34" charset="0"/>
                </a:rPr>
                <a:t>QUICK START</a:t>
              </a:r>
            </a:p>
            <a:p>
              <a:pPr algn="ctr"/>
              <a:endParaRPr lang="en-US" sz="1559" b="1"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Zoom in and out</a:t>
              </a:r>
            </a:p>
            <a:p>
              <a:pPr marL="921929" indent="-921929" algn="l" defTabSz="414558"/>
              <a:r>
                <a:rPr lang="en-US" sz="1169" b="0" baseline="0" dirty="0">
                  <a:solidFill>
                    <a:schemeClr val="bg1"/>
                  </a:solidFill>
                  <a:latin typeface="Trebuchet MS" pitchFamily="34" charset="0"/>
                </a:rPr>
                <a:t>	</a:t>
              </a:r>
              <a:r>
                <a:rPr lang="en-US" sz="1169" b="0" baseline="0" dirty="0">
                  <a:solidFill>
                    <a:schemeClr val="bg1">
                      <a:lumMod val="75000"/>
                    </a:schemeClr>
                  </a:solidFill>
                  <a:latin typeface="Trebuchet MS" pitchFamily="34" charset="0"/>
                </a:rPr>
                <a:t>As you work on your poster zoom in and out to the level that is more comfortable to you. </a:t>
              </a:r>
            </a:p>
            <a:p>
              <a:pPr marL="921929" indent="-921929" algn="l" defTabSz="414558"/>
              <a:r>
                <a:rPr lang="en-US" sz="1169" b="1" baseline="0" dirty="0">
                  <a:solidFill>
                    <a:schemeClr val="bg1">
                      <a:lumMod val="75000"/>
                    </a:schemeClr>
                  </a:solidFill>
                  <a:latin typeface="Trebuchet MS" pitchFamily="34" charset="0"/>
                </a:rPr>
                <a:t>	</a:t>
              </a:r>
              <a:r>
                <a:rPr lang="en-US" sz="1169" b="0" baseline="0" dirty="0">
                  <a:solidFill>
                    <a:schemeClr val="bg1">
                      <a:lumMod val="75000"/>
                    </a:schemeClr>
                  </a:solidFill>
                  <a:latin typeface="Trebuchet MS" pitchFamily="34" charset="0"/>
                </a:rPr>
                <a:t>Go to VIEW &gt; ZOOM.</a:t>
              </a:r>
            </a:p>
            <a:p>
              <a:pPr algn="l"/>
              <a:endParaRPr lang="en-US" sz="1364" b="0"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Title, Authors, and Affiliations</a:t>
              </a:r>
            </a:p>
            <a:p>
              <a:pPr algn="l"/>
              <a:r>
                <a:rPr lang="en-US" sz="1169" b="0" baseline="0" dirty="0">
                  <a:solidFill>
                    <a:schemeClr val="bg1">
                      <a:lumMod val="75000"/>
                    </a:schemeClr>
                  </a:solidFill>
                  <a:latin typeface="Trebuchet MS" pitchFamily="34" charset="0"/>
                </a:rPr>
                <a:t>Start designing your poster by adding the title, the names of the authors, and the affiliated institutions. </a:t>
              </a:r>
              <a:r>
                <a:rPr lang="en-US" sz="1169"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1169" b="0" spc="0" baseline="0" dirty="0">
                <a:solidFill>
                  <a:schemeClr val="bg1">
                    <a:lumMod val="75000"/>
                  </a:schemeClr>
                </a:solidFill>
                <a:latin typeface="Trebuchet MS" pitchFamily="34" charset="0"/>
              </a:endParaRPr>
            </a:p>
            <a:p>
              <a:pPr algn="l"/>
              <a:r>
                <a:rPr lang="en-US" sz="1169" b="1" spc="146" baseline="0" dirty="0">
                  <a:solidFill>
                    <a:srgbClr val="FFC000"/>
                  </a:solidFill>
                  <a:latin typeface="Trebuchet MS" pitchFamily="34" charset="0"/>
                </a:rPr>
                <a:t>TIP</a:t>
              </a:r>
              <a:r>
                <a:rPr lang="en-US" sz="1169" b="1" baseline="0" dirty="0">
                  <a:solidFill>
                    <a:srgbClr val="FFC000"/>
                  </a:solidFill>
                  <a:latin typeface="Trebuchet MS" pitchFamily="34" charset="0"/>
                </a:rPr>
                <a:t>: </a:t>
              </a:r>
              <a:r>
                <a:rPr lang="en-US" sz="1169" b="0" baseline="0" dirty="0">
                  <a:solidFill>
                    <a:schemeClr val="bg1">
                      <a:lumMod val="75000"/>
                    </a:schemeClr>
                  </a:solidFill>
                  <a:latin typeface="Trebuchet MS" pitchFamily="34" charset="0"/>
                </a:rPr>
                <a:t>The font size of your title should be bigger than your name(s) and institution name(s).</a:t>
              </a:r>
            </a:p>
            <a:p>
              <a:pPr algn="l"/>
              <a:br>
                <a:rPr lang="en-US" sz="1364" b="1" baseline="0" dirty="0">
                  <a:solidFill>
                    <a:schemeClr val="bg1"/>
                  </a:solidFill>
                  <a:latin typeface="Trebuchet MS" pitchFamily="34" charset="0"/>
                </a:rPr>
              </a:br>
              <a:endParaRPr lang="en-US" sz="1364" b="1" dirty="0">
                <a:solidFill>
                  <a:schemeClr val="bg1"/>
                </a:solidFill>
                <a:latin typeface="Trebuchet MS" pitchFamily="34" charset="0"/>
              </a:endParaRPr>
            </a:p>
            <a:p>
              <a:pPr algn="ctr"/>
              <a:endParaRPr lang="en-US" sz="1364" b="1" dirty="0">
                <a:solidFill>
                  <a:srgbClr val="FFC000"/>
                </a:solidFill>
                <a:latin typeface="Trebuchet MS" pitchFamily="34" charset="0"/>
              </a:endParaRPr>
            </a:p>
            <a:p>
              <a:pPr algn="ctr"/>
              <a:endParaRPr lang="en-US" sz="1364" b="1" dirty="0">
                <a:solidFill>
                  <a:srgbClr val="FFC000"/>
                </a:solidFill>
                <a:latin typeface="Trebuchet MS" pitchFamily="34" charset="0"/>
              </a:endParaRPr>
            </a:p>
            <a:p>
              <a:pPr algn="ctr"/>
              <a:r>
                <a:rPr lang="en-US" sz="1559" b="1" dirty="0">
                  <a:solidFill>
                    <a:srgbClr val="FFC000"/>
                  </a:solidFill>
                  <a:latin typeface="Trebuchet MS" pitchFamily="34" charset="0"/>
                </a:rPr>
                <a:t>Adding Logos</a:t>
              </a:r>
              <a:r>
                <a:rPr lang="en-US" sz="1559" b="1" baseline="0" dirty="0">
                  <a:solidFill>
                    <a:srgbClr val="FFC000"/>
                  </a:solidFill>
                  <a:latin typeface="Trebuchet MS" pitchFamily="34" charset="0"/>
                </a:rPr>
                <a:t> / Seals</a:t>
              </a:r>
            </a:p>
            <a:p>
              <a:pPr algn="l"/>
              <a:r>
                <a:rPr lang="en-US" sz="1169"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1169" b="0" spc="146" baseline="0" dirty="0">
                <a:solidFill>
                  <a:schemeClr val="bg1">
                    <a:lumMod val="75000"/>
                  </a:schemeClr>
                </a:solidFill>
                <a:latin typeface="Trebuchet MS" pitchFamily="34" charset="0"/>
              </a:endParaRPr>
            </a:p>
            <a:p>
              <a:pPr algn="l"/>
              <a:r>
                <a:rPr lang="en-US" sz="1169" b="1" spc="146" baseline="0" dirty="0">
                  <a:solidFill>
                    <a:srgbClr val="FFC000"/>
                  </a:solidFill>
                  <a:latin typeface="Trebuchet MS" pitchFamily="34" charset="0"/>
                </a:rPr>
                <a:t>TIP:</a:t>
              </a:r>
              <a:r>
                <a:rPr lang="en-US" sz="1169" b="1" spc="0" baseline="0" dirty="0">
                  <a:solidFill>
                    <a:srgbClr val="FFC000"/>
                  </a:solidFill>
                  <a:latin typeface="Trebuchet MS" pitchFamily="34" charset="0"/>
                </a:rPr>
                <a:t> </a:t>
              </a:r>
              <a:r>
                <a:rPr lang="en-US" sz="1169" b="0" baseline="0" dirty="0">
                  <a:solidFill>
                    <a:schemeClr val="bg1">
                      <a:lumMod val="75000"/>
                    </a:schemeClr>
                  </a:solidFill>
                  <a:latin typeface="Trebuchet MS" pitchFamily="34" charset="0"/>
                </a:rPr>
                <a:t>See if your school’s logo is available on our free poster templates page.</a:t>
              </a:r>
            </a:p>
            <a:p>
              <a:pPr algn="l"/>
              <a:endParaRPr lang="en-US" sz="1169" b="0" baseline="0" dirty="0">
                <a:latin typeface="Trebuchet MS" pitchFamily="34" charset="0"/>
              </a:endParaRPr>
            </a:p>
            <a:p>
              <a:pPr algn="ctr"/>
              <a:r>
                <a:rPr lang="en-US" sz="1559" b="1" baseline="0" dirty="0">
                  <a:solidFill>
                    <a:srgbClr val="FFC000"/>
                  </a:solidFill>
                  <a:latin typeface="Trebuchet MS" pitchFamily="34" charset="0"/>
                </a:rPr>
                <a:t>Photographs / Graphics</a:t>
              </a:r>
            </a:p>
            <a:p>
              <a:pPr algn="l" defTabSz="476433"/>
              <a:r>
                <a:rPr lang="en-US" sz="1169"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1169" b="0" spc="0" baseline="0" dirty="0">
                  <a:solidFill>
                    <a:schemeClr val="bg1">
                      <a:lumMod val="75000"/>
                    </a:schemeClr>
                  </a:solidFill>
                  <a:latin typeface="Trebuchet MS" pitchFamily="34" charset="0"/>
                </a:rPr>
                <a:t>disproportionally.</a:t>
              </a:r>
            </a:p>
            <a:p>
              <a:pPr algn="l" defTabSz="476433"/>
              <a:endParaRPr lang="en-US" sz="1169" b="0" baseline="0" dirty="0">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r>
                <a:rPr lang="en-US" sz="1559" b="1" baseline="0" dirty="0">
                  <a:solidFill>
                    <a:srgbClr val="FFC000"/>
                  </a:solidFill>
                  <a:latin typeface="Trebuchet MS" pitchFamily="34" charset="0"/>
                </a:rPr>
                <a:t>Image Quality Check</a:t>
              </a:r>
            </a:p>
            <a:p>
              <a:pPr lvl="0" algn="l" defTabSz="476433"/>
              <a:r>
                <a:rPr lang="en-US" sz="1169" b="0" baseline="0" dirty="0">
                  <a:solidFill>
                    <a:schemeClr val="bg1">
                      <a:lumMod val="75000"/>
                    </a:schemeClr>
                  </a:solidFill>
                  <a:latin typeface="Trebuchet MS" pitchFamily="34" charset="0"/>
                </a:rPr>
                <a:t>Zoom in and look at your images at 100% magnification. If they look good they will print well. </a:t>
              </a:r>
              <a:endParaRPr lang="en-US" sz="1364"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1"/>
              <a:ext cx="7531182" cy="2308031"/>
              <a:chOff x="-4470427" y="11016658"/>
              <a:chExt cx="3470785" cy="1060408"/>
            </a:xfrm>
          </p:grpSpPr>
          <p:grpSp>
            <p:nvGrpSpPr>
              <p:cNvPr id="46" name="Group 45"/>
              <p:cNvGrpSpPr/>
              <p:nvPr userDrawn="1"/>
            </p:nvGrpSpPr>
            <p:grpSpPr>
              <a:xfrm>
                <a:off x="-2783495" y="11060885"/>
                <a:ext cx="624431" cy="911073"/>
                <a:chOff x="-3958697" y="11117435"/>
                <a:chExt cx="779338" cy="1305562"/>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308819"/>
                </a:xfrm>
                <a:prstGeom prst="rect">
                  <a:avLst/>
                </a:prstGeom>
                <a:solidFill>
                  <a:schemeClr val="accent1"/>
                </a:solidFill>
                <a:ln>
                  <a:noFill/>
                </a:ln>
              </p:spPr>
              <p:txBody>
                <a:bodyPr wrap="square" lIns="91440" tIns="91440" rIns="91440" bIns="91440" rtlCol="0">
                  <a:spAutoFit/>
                </a:bodyPr>
                <a:lstStyle/>
                <a:p>
                  <a:pPr algn="ctr"/>
                  <a:r>
                    <a:rPr lang="en-US" sz="780" b="1" dirty="0">
                      <a:solidFill>
                        <a:schemeClr val="tx1"/>
                      </a:solidFill>
                    </a:rPr>
                    <a:t>ORIGINAL</a:t>
                  </a:r>
                </a:p>
              </p:txBody>
            </p:sp>
          </p:grpSp>
          <p:grpSp>
            <p:nvGrpSpPr>
              <p:cNvPr id="47" name="Group 46"/>
              <p:cNvGrpSpPr/>
              <p:nvPr userDrawn="1"/>
            </p:nvGrpSpPr>
            <p:grpSpPr>
              <a:xfrm>
                <a:off x="-2033159" y="11060891"/>
                <a:ext cx="1033517" cy="914555"/>
                <a:chOff x="-2921738" y="11200127"/>
                <a:chExt cx="1420279" cy="1256798"/>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81507"/>
                </a:xfrm>
                <a:prstGeom prst="rect">
                  <a:avLst/>
                </a:prstGeom>
                <a:solidFill>
                  <a:srgbClr val="FF0000"/>
                </a:solidFill>
              </p:spPr>
              <p:txBody>
                <a:bodyPr wrap="square" lIns="457200" tIns="91440" rIns="457200" bIns="91440" rtlCol="0">
                  <a:spAutoFit/>
                </a:bodyPr>
                <a:lstStyle/>
                <a:p>
                  <a:pPr algn="ctr"/>
                  <a:r>
                    <a:rPr lang="en-US" sz="682" b="1" dirty="0">
                      <a:solidFill>
                        <a:schemeClr val="bg1"/>
                      </a:solidFill>
                    </a:rPr>
                    <a:t>DISTORTED</a:t>
                  </a:r>
                  <a:endParaRPr lang="en-US" sz="341"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411421"/>
              </a:xfrm>
              <a:prstGeom prst="rect">
                <a:avLst/>
              </a:prstGeom>
              <a:noFill/>
            </p:spPr>
            <p:txBody>
              <a:bodyPr wrap="square" lIns="457200" tIns="457200" rIns="457200" bIns="0" rtlCol="0">
                <a:spAutoFit/>
              </a:bodyPr>
              <a:lstStyle/>
              <a:p>
                <a:pPr algn="ctr"/>
                <a:r>
                  <a:rPr lang="en-US" sz="780" dirty="0">
                    <a:solidFill>
                      <a:schemeClr val="bg1"/>
                    </a:solidFill>
                  </a:rPr>
                  <a:t>Corner</a:t>
                </a:r>
                <a:r>
                  <a:rPr lang="en-US" sz="780" baseline="0" dirty="0">
                    <a:solidFill>
                      <a:schemeClr val="bg1"/>
                    </a:solidFill>
                  </a:rPr>
                  <a:t> handles</a:t>
                </a:r>
                <a:endParaRPr lang="en-US" sz="780" dirty="0">
                  <a:solidFill>
                    <a:schemeClr val="bg1"/>
                  </a:solidFill>
                </a:endParaRPr>
              </a:p>
            </p:txBody>
          </p:sp>
        </p:grpSp>
        <p:grpSp>
          <p:nvGrpSpPr>
            <p:cNvPr id="39" name="Group 38"/>
            <p:cNvGrpSpPr/>
            <p:nvPr userDrawn="1"/>
          </p:nvGrpSpPr>
          <p:grpSpPr>
            <a:xfrm>
              <a:off x="-10383454" y="27751410"/>
              <a:ext cx="9292334" cy="2453251"/>
              <a:chOff x="-4747927" y="12734136"/>
              <a:chExt cx="42824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0" name=""/>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0" name=""/>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21994"/>
                <a:ext cx="1117601" cy="141886"/>
              </a:xfrm>
              <a:prstGeom prst="rect">
                <a:avLst/>
              </a:prstGeom>
              <a:noFill/>
            </p:spPr>
            <p:txBody>
              <a:bodyPr wrap="square" lIns="91440" tIns="91440" rIns="91440" bIns="0" rtlCol="0">
                <a:spAutoFit/>
              </a:bodyPr>
              <a:lstStyle/>
              <a:p>
                <a:pPr algn="ctr"/>
                <a:r>
                  <a:rPr lang="en-US" sz="780" dirty="0">
                    <a:solidFill>
                      <a:srgbClr val="92D050"/>
                    </a:solidFill>
                  </a:rPr>
                  <a:t>Good</a:t>
                </a:r>
                <a:r>
                  <a:rPr lang="en-US" sz="780" baseline="0" dirty="0">
                    <a:solidFill>
                      <a:srgbClr val="92D050"/>
                    </a:solidFill>
                  </a:rPr>
                  <a:t> </a:t>
                </a:r>
                <a:r>
                  <a:rPr lang="en-US" sz="780" baseline="0" dirty="0">
                    <a:solidFill>
                      <a:schemeClr val="bg1"/>
                    </a:solidFill>
                  </a:rPr>
                  <a:t>printing quality</a:t>
                </a:r>
                <a:endParaRPr lang="en-US" sz="780" dirty="0">
                  <a:solidFill>
                    <a:schemeClr val="bg1"/>
                  </a:solidFill>
                </a:endParaRPr>
              </a:p>
            </p:txBody>
          </p:sp>
          <p:sp>
            <p:nvSpPr>
              <p:cNvPr id="45" name="TextBox 44"/>
              <p:cNvSpPr txBox="1"/>
              <p:nvPr userDrawn="1"/>
            </p:nvSpPr>
            <p:spPr>
              <a:xfrm rot="16200000">
                <a:off x="-1095250" y="13231521"/>
                <a:ext cx="1117601" cy="141886"/>
              </a:xfrm>
              <a:prstGeom prst="rect">
                <a:avLst/>
              </a:prstGeom>
              <a:noFill/>
            </p:spPr>
            <p:txBody>
              <a:bodyPr wrap="square" lIns="91440" tIns="91440" rIns="91440" bIns="0" rtlCol="0">
                <a:spAutoFit/>
              </a:bodyPr>
              <a:lstStyle/>
              <a:p>
                <a:pPr algn="ctr"/>
                <a:r>
                  <a:rPr lang="en-US" sz="780" dirty="0">
                    <a:solidFill>
                      <a:srgbClr val="FF0000"/>
                    </a:solidFill>
                  </a:rPr>
                  <a:t>Bad </a:t>
                </a:r>
                <a:r>
                  <a:rPr lang="en-US" sz="780" dirty="0">
                    <a:solidFill>
                      <a:schemeClr val="bg1"/>
                    </a:solidFill>
                  </a:rPr>
                  <a:t>printing quality</a:t>
                </a:r>
              </a:p>
            </p:txBody>
          </p:sp>
        </p:grpSp>
      </p:grpSp>
      <p:grpSp>
        <p:nvGrpSpPr>
          <p:cNvPr id="54" name="Group 53"/>
          <p:cNvGrpSpPr/>
          <p:nvPr userDrawn="1"/>
        </p:nvGrpSpPr>
        <p:grpSpPr>
          <a:xfrm>
            <a:off x="30459135" y="-35769"/>
            <a:ext cx="7630428" cy="2141939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1949" b="1" spc="292" dirty="0">
                  <a:solidFill>
                    <a:schemeClr val="bg1"/>
                  </a:solidFill>
                  <a:latin typeface="Trebuchet MS" pitchFamily="34" charset="0"/>
                </a:rPr>
                <a:t>QUICK START (cont.)</a:t>
              </a:r>
            </a:p>
            <a:p>
              <a:pPr algn="ctr"/>
              <a:endParaRPr lang="en-US" sz="1754" b="1"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How to change the template color theme</a:t>
              </a:r>
            </a:p>
            <a:p>
              <a:pPr marL="0" marR="0" lvl="2" indent="0" algn="l" defTabSz="55687" rtl="0" eaLnBrk="1" fontAlgn="auto" latinLnBrk="0" hangingPunct="1">
                <a:lnSpc>
                  <a:spcPct val="100000"/>
                </a:lnSpc>
                <a:spcBef>
                  <a:spcPts val="0"/>
                </a:spcBef>
                <a:spcAft>
                  <a:spcPts val="0"/>
                </a:spcAft>
                <a:buClrTx/>
                <a:buSzTx/>
                <a:buFontTx/>
                <a:buNone/>
                <a:tabLst/>
                <a:defRPr/>
              </a:pPr>
              <a:r>
                <a:rPr lang="en-US" sz="1169"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1169" b="0" spc="0" baseline="0" dirty="0">
                  <a:solidFill>
                    <a:schemeClr val="bg1">
                      <a:lumMod val="75000"/>
                    </a:schemeClr>
                  </a:solidFill>
                  <a:latin typeface="Trebuchet MS" pitchFamily="34" charset="0"/>
                </a:rPr>
                <a:t>also create your own color theme.</a:t>
              </a:r>
            </a:p>
            <a:p>
              <a:pPr marL="0" marR="0" lvl="2" indent="0" algn="l" defTabSz="55687" rtl="0" eaLnBrk="1" fontAlgn="auto" latinLnBrk="0" hangingPunct="1">
                <a:lnSpc>
                  <a:spcPct val="100000"/>
                </a:lnSpc>
                <a:spcBef>
                  <a:spcPts val="0"/>
                </a:spcBef>
                <a:spcAft>
                  <a:spcPts val="0"/>
                </a:spcAft>
                <a:buClrTx/>
                <a:buSzTx/>
                <a:buFontTx/>
                <a:buNone/>
                <a:tabLst/>
                <a:defRPr/>
              </a:pPr>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r>
                <a:rPr lang="en-US" sz="1169"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55687"/>
              <a:endParaRPr lang="en-US" sz="1169" b="0" baseline="0" dirty="0">
                <a:solidFill>
                  <a:schemeClr val="bg1">
                    <a:lumMod val="75000"/>
                  </a:schemeClr>
                </a:solidFill>
                <a:latin typeface="Trebuchet MS" pitchFamily="34" charset="0"/>
              </a:endParaRPr>
            </a:p>
            <a:p>
              <a:pPr algn="ctr"/>
              <a:r>
                <a:rPr lang="en-US" sz="1559" b="1" baseline="0" dirty="0">
                  <a:solidFill>
                    <a:srgbClr val="FFC000"/>
                  </a:solidFill>
                  <a:latin typeface="Trebuchet MS" pitchFamily="34" charset="0"/>
                </a:rPr>
                <a:t>How to add Text</a:t>
              </a:r>
            </a:p>
            <a:p>
              <a:pPr marL="1590946" lvl="2" indent="0" algn="l" defTabSz="55687"/>
              <a:r>
                <a:rPr lang="en-US" sz="1169"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739736" lvl="2" indent="0" algn="l" defTabSz="55687"/>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lang="en-US" sz="1169" b="0" baseline="0" dirty="0">
                  <a:solidFill>
                    <a:schemeClr val="bg1">
                      <a:lumMod val="75000"/>
                    </a:schemeClr>
                  </a:solidFill>
                  <a:latin typeface="Trebuchet MS" pitchFamily="34" charset="0"/>
                </a:rPr>
                <a:t> </a:t>
              </a:r>
              <a:r>
                <a:rPr kumimoji="0" lang="en-US" sz="1559"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1169" b="0" baseline="0" dirty="0">
                <a:solidFill>
                  <a:schemeClr val="bg1">
                    <a:lumMod val="75000"/>
                  </a:schemeClr>
                </a:solidFill>
                <a:latin typeface="Trebuchet MS" pitchFamily="34" charset="0"/>
              </a:endParaRPr>
            </a:p>
            <a:p>
              <a:pPr marL="739736" lvl="2" indent="0" algn="l" defTabSz="55687"/>
              <a:endParaRPr lang="en-US" sz="1169" b="0" baseline="0" dirty="0">
                <a:solidFill>
                  <a:schemeClr val="bg1">
                    <a:lumMod val="75000"/>
                  </a:schemeClr>
                </a:solidFill>
                <a:latin typeface="Trebuchet MS" pitchFamily="34" charset="0"/>
              </a:endParaRPr>
            </a:p>
            <a:p>
              <a:pPr algn="ctr"/>
              <a:r>
                <a:rPr lang="en-US" sz="1559" b="1" baseline="0" dirty="0">
                  <a:solidFill>
                    <a:srgbClr val="FFC000"/>
                  </a:solidFill>
                  <a:latin typeface="Trebuchet MS" pitchFamily="34" charset="0"/>
                </a:rPr>
                <a:t>How to add Tables</a:t>
              </a:r>
            </a:p>
            <a:p>
              <a:pPr marL="843039" lvl="1" indent="0" algn="l" defTabSz="55687"/>
              <a:r>
                <a:rPr lang="en-US" sz="1169" b="0" baseline="0" dirty="0">
                  <a:solidFill>
                    <a:schemeClr val="bg1">
                      <a:lumMod val="75000"/>
                    </a:schemeClr>
                  </a:solidFill>
                  <a:latin typeface="Trebuchet MS" pitchFamily="34" charset="0"/>
                </a:rPr>
                <a:t>To add a table from scratch go to the INSERT menu and </a:t>
              </a:r>
              <a:br>
                <a:rPr lang="en-US" sz="1169" b="0" baseline="0" dirty="0">
                  <a:solidFill>
                    <a:schemeClr val="bg1">
                      <a:lumMod val="75000"/>
                    </a:schemeClr>
                  </a:solidFill>
                  <a:latin typeface="Trebuchet MS" pitchFamily="34" charset="0"/>
                </a:rPr>
              </a:br>
              <a:r>
                <a:rPr lang="en-US" sz="1169" b="0" baseline="0" dirty="0">
                  <a:solidFill>
                    <a:schemeClr val="bg1">
                      <a:lumMod val="75000"/>
                    </a:schemeClr>
                  </a:solidFill>
                  <a:latin typeface="Trebuchet MS" pitchFamily="34" charset="0"/>
                </a:rPr>
                <a:t>click on TABLE. A drop-down box will help you select rows and columns. </a:t>
              </a:r>
            </a:p>
            <a:p>
              <a:pPr marL="0" lvl="0" indent="0" algn="l" defTabSz="55687"/>
              <a:r>
                <a:rPr lang="en-US" sz="1169"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55687"/>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169"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739736" rtl="0" eaLnBrk="1" fontAlgn="auto" latinLnBrk="0" hangingPunct="1">
                <a:lnSpc>
                  <a:spcPct val="100000"/>
                </a:lnSpc>
                <a:spcBef>
                  <a:spcPts val="0"/>
                </a:spcBef>
                <a:spcAft>
                  <a:spcPts val="0"/>
                </a:spcAft>
                <a:buClrTx/>
                <a:buSzTx/>
                <a:buFontTx/>
                <a:buNone/>
                <a:tabLst/>
                <a:defRPr/>
              </a:pPr>
              <a:endParaRPr kumimoji="0" lang="en-US" sz="1559"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169"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55687" rtl="0" eaLnBrk="1" fontAlgn="auto" latinLnBrk="0" hangingPunct="1">
                <a:lnSpc>
                  <a:spcPct val="100000"/>
                </a:lnSpc>
                <a:spcBef>
                  <a:spcPts val="0"/>
                </a:spcBef>
                <a:spcAft>
                  <a:spcPts val="0"/>
                </a:spcAft>
                <a:buClrTx/>
                <a:buSzTx/>
                <a:buFontTx/>
                <a:buNone/>
                <a:tabLst/>
                <a:defRPr/>
              </a:pPr>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364"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0" name=""/>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0" name=""/>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599843"/>
              </a:xfrm>
              <a:prstGeom prst="rect">
                <a:avLst/>
              </a:prstGeom>
              <a:noFill/>
              <a:ln>
                <a:noFill/>
              </a:ln>
            </p:spPr>
            <p:txBody>
              <a:bodyPr wrap="square" rtlCol="0">
                <a:spAutoFit/>
              </a:bodyPr>
              <a:lstStyle/>
              <a:p>
                <a:r>
                  <a:rPr lang="en-US" sz="1169" dirty="0">
                    <a:solidFill>
                      <a:schemeClr val="tx2"/>
                    </a:solidFill>
                    <a:latin typeface="Trebuchet MS" pitchFamily="34" charset="0"/>
                  </a:rPr>
                  <a:t>Student</a:t>
                </a:r>
                <a:r>
                  <a:rPr lang="en-US" sz="1169" baseline="0" dirty="0">
                    <a:solidFill>
                      <a:schemeClr val="tx2"/>
                    </a:solidFill>
                    <a:latin typeface="Trebuchet MS" pitchFamily="34" charset="0"/>
                  </a:rPr>
                  <a:t> discounts are available on our </a:t>
                </a:r>
                <a:r>
                  <a:rPr lang="en-US" sz="1169" baseline="0" dirty="0" err="1">
                    <a:solidFill>
                      <a:schemeClr val="tx2"/>
                    </a:solidFill>
                    <a:latin typeface="Trebuchet MS" pitchFamily="34" charset="0"/>
                  </a:rPr>
                  <a:t>Facebook</a:t>
                </a:r>
                <a:r>
                  <a:rPr lang="en-US" sz="1169" baseline="0" dirty="0">
                    <a:solidFill>
                      <a:schemeClr val="tx2"/>
                    </a:solidFill>
                    <a:latin typeface="Trebuchet MS" pitchFamily="34" charset="0"/>
                  </a:rPr>
                  <a:t> page.</a:t>
                </a:r>
                <a:br>
                  <a:rPr lang="en-US" sz="1169" baseline="0" dirty="0">
                    <a:solidFill>
                      <a:schemeClr val="tx2"/>
                    </a:solidFill>
                    <a:latin typeface="Trebuchet MS" pitchFamily="34" charset="0"/>
                  </a:rPr>
                </a:br>
                <a:r>
                  <a:rPr lang="en-US" sz="1169" baseline="0" dirty="0">
                    <a:solidFill>
                      <a:schemeClr val="tx2"/>
                    </a:solidFill>
                    <a:latin typeface="Trebuchet MS" pitchFamily="34" charset="0"/>
                  </a:rPr>
                  <a:t>Go to </a:t>
                </a:r>
                <a:r>
                  <a:rPr lang="en-US" sz="1169" u="sng" baseline="0" dirty="0">
                    <a:solidFill>
                      <a:schemeClr val="tx2"/>
                    </a:solidFill>
                    <a:latin typeface="Trebuchet MS" pitchFamily="34" charset="0"/>
                  </a:rPr>
                  <a:t>PosterPresentations.com</a:t>
                </a:r>
                <a:r>
                  <a:rPr lang="en-US" sz="1169" baseline="0" dirty="0">
                    <a:solidFill>
                      <a:schemeClr val="tx2"/>
                    </a:solidFill>
                    <a:latin typeface="Trebuchet MS" pitchFamily="34" charset="0"/>
                  </a:rPr>
                  <a:t> and click on the FB icon. </a:t>
                </a:r>
                <a:endParaRPr lang="en-US" sz="1169" dirty="0">
                  <a:solidFill>
                    <a:schemeClr val="tx2"/>
                  </a:solidFill>
                  <a:latin typeface="Trebuchet MS" pitchFamily="34" charset="0"/>
                </a:endParaRPr>
              </a:p>
            </p:txBody>
          </p:sp>
        </p:grpSp>
        <p:sp>
          <p:nvSpPr>
            <p:cNvPr id="60" name="TextBox 59"/>
            <p:cNvSpPr txBox="1"/>
            <p:nvPr userDrawn="1"/>
          </p:nvSpPr>
          <p:spPr>
            <a:xfrm>
              <a:off x="44262807" y="31169781"/>
              <a:ext cx="6870216" cy="1128071"/>
            </a:xfrm>
            <a:prstGeom prst="rect">
              <a:avLst/>
            </a:prstGeom>
            <a:noFill/>
          </p:spPr>
          <p:txBody>
            <a:bodyPr wrap="square" lIns="65304" tIns="32651" rIns="65304" bIns="32651" rtlCol="0">
              <a:spAutoFit/>
            </a:bodyPr>
            <a:lstStyle/>
            <a:p>
              <a:pPr>
                <a:lnSpc>
                  <a:spcPts val="1267"/>
                </a:lnSpc>
              </a:pPr>
              <a:r>
                <a:rPr lang="en-US" sz="1364" dirty="0">
                  <a:solidFill>
                    <a:schemeClr val="bg1"/>
                  </a:solidFill>
                </a:rPr>
                <a:t>© 2015</a:t>
              </a:r>
              <a:r>
                <a:rPr lang="en-US" sz="1364" baseline="0" dirty="0">
                  <a:solidFill>
                    <a:schemeClr val="bg1"/>
                  </a:solidFill>
                </a:rPr>
                <a:t> </a:t>
              </a:r>
              <a:r>
                <a:rPr lang="en-US" sz="1364" dirty="0">
                  <a:solidFill>
                    <a:schemeClr val="bg1"/>
                  </a:solidFill>
                </a:rPr>
                <a:t>PosterPresentations.com</a:t>
              </a:r>
              <a:br>
                <a:rPr lang="en-US" sz="1364" dirty="0">
                  <a:solidFill>
                    <a:schemeClr val="bg1"/>
                  </a:solidFill>
                </a:rPr>
              </a:br>
              <a:r>
                <a:rPr lang="en-US" sz="1364" dirty="0">
                  <a:solidFill>
                    <a:schemeClr val="bg1"/>
                  </a:solidFill>
                </a:rPr>
                <a:t>    </a:t>
              </a:r>
              <a:r>
                <a:rPr lang="en-US" sz="1169" dirty="0">
                  <a:solidFill>
                    <a:schemeClr val="bg1"/>
                  </a:solidFill>
                </a:rPr>
                <a:t>2117 Fourth Street ,</a:t>
              </a:r>
              <a:r>
                <a:rPr lang="en-US" sz="1169" baseline="0" dirty="0">
                  <a:solidFill>
                    <a:schemeClr val="bg1"/>
                  </a:solidFill>
                </a:rPr>
                <a:t> Unit C        </a:t>
              </a:r>
            </a:p>
            <a:p>
              <a:pPr>
                <a:lnSpc>
                  <a:spcPts val="1267"/>
                </a:lnSpc>
              </a:pPr>
              <a:r>
                <a:rPr lang="en-US" sz="1169" baseline="0" dirty="0">
                  <a:solidFill>
                    <a:schemeClr val="bg1"/>
                  </a:solidFill>
                </a:rPr>
                <a:t>     Berkeley CA </a:t>
              </a:r>
              <a:r>
                <a:rPr lang="en-US" sz="974" baseline="0" dirty="0">
                  <a:solidFill>
                    <a:schemeClr val="bg1"/>
                  </a:solidFill>
                </a:rPr>
                <a:t>94710</a:t>
              </a:r>
              <a:br>
                <a:rPr lang="en-US" sz="1169" baseline="0" dirty="0">
                  <a:solidFill>
                    <a:schemeClr val="bg1"/>
                  </a:solidFill>
                </a:rPr>
              </a:br>
              <a:r>
                <a:rPr lang="en-US" sz="1169" baseline="0" dirty="0">
                  <a:solidFill>
                    <a:schemeClr val="bg1"/>
                  </a:solidFill>
                </a:rPr>
                <a:t>    </a:t>
              </a:r>
              <a:r>
                <a:rPr lang="en-US" sz="1169" b="1" baseline="0" dirty="0">
                  <a:solidFill>
                    <a:srgbClr val="FFFF00"/>
                  </a:solidFill>
                </a:rPr>
                <a:t>posterpresenter@gmail.com</a:t>
              </a:r>
              <a:endParaRPr lang="en-US" sz="1364"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2138272" rtl="0" eaLnBrk="1" latinLnBrk="0" hangingPunct="1">
        <a:spcBef>
          <a:spcPct val="0"/>
        </a:spcBef>
        <a:buNone/>
        <a:defRPr sz="4287" kern="1200">
          <a:solidFill>
            <a:schemeClr val="bg1"/>
          </a:solidFill>
          <a:latin typeface="Trebuchet MS" pitchFamily="34" charset="0"/>
          <a:ea typeface="+mj-ea"/>
          <a:cs typeface="+mj-cs"/>
        </a:defRPr>
      </a:lvl1pPr>
    </p:titleStyle>
    <p:bodyStyle>
      <a:lvl1pPr marL="801852" indent="-801852" algn="l" defTabSz="2138272" rtl="0" eaLnBrk="1" latinLnBrk="0" hangingPunct="1">
        <a:spcBef>
          <a:spcPct val="20000"/>
        </a:spcBef>
        <a:buFont typeface="Arial" pitchFamily="34" charset="0"/>
        <a:buChar char="•"/>
        <a:defRPr sz="7503" kern="1200">
          <a:solidFill>
            <a:schemeClr val="tx1"/>
          </a:solidFill>
          <a:latin typeface="+mn-lt"/>
          <a:ea typeface="+mn-ea"/>
          <a:cs typeface="+mn-cs"/>
        </a:defRPr>
      </a:lvl1pPr>
      <a:lvl2pPr marL="1737346" indent="-668210" algn="l" defTabSz="2138272" rtl="0" eaLnBrk="1" latinLnBrk="0" hangingPunct="1">
        <a:spcBef>
          <a:spcPct val="20000"/>
        </a:spcBef>
        <a:buFont typeface="Arial" pitchFamily="34" charset="0"/>
        <a:buChar char="–"/>
        <a:defRPr sz="6577" kern="1200">
          <a:solidFill>
            <a:schemeClr val="tx1"/>
          </a:solidFill>
          <a:latin typeface="+mn-lt"/>
          <a:ea typeface="+mn-ea"/>
          <a:cs typeface="+mn-cs"/>
        </a:defRPr>
      </a:lvl2pPr>
      <a:lvl3pPr marL="2672841" indent="-534569" algn="l" defTabSz="2138272" rtl="0" eaLnBrk="1" latinLnBrk="0" hangingPunct="1">
        <a:spcBef>
          <a:spcPct val="20000"/>
        </a:spcBef>
        <a:buFont typeface="Arial" pitchFamily="34" charset="0"/>
        <a:buChar char="•"/>
        <a:defRPr sz="5652" kern="1200">
          <a:solidFill>
            <a:schemeClr val="tx1"/>
          </a:solidFill>
          <a:latin typeface="+mn-lt"/>
          <a:ea typeface="+mn-ea"/>
          <a:cs typeface="+mn-cs"/>
        </a:defRPr>
      </a:lvl3pPr>
      <a:lvl4pPr marL="3741977"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4pPr>
      <a:lvl5pPr marL="4811113"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5pPr>
      <a:lvl6pPr marL="5880249"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6pPr>
      <a:lvl7pPr marL="6949385"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7pPr>
      <a:lvl8pPr marL="8018521"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8pPr>
      <a:lvl9pPr marL="9087657"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9pPr>
    </p:bodyStyle>
    <p:otherStyle>
      <a:defPPr>
        <a:defRPr lang="en-US"/>
      </a:defPPr>
      <a:lvl1pPr marL="0" algn="l" defTabSz="2138272" rtl="0" eaLnBrk="1" latinLnBrk="0" hangingPunct="1">
        <a:defRPr sz="4190" kern="1200">
          <a:solidFill>
            <a:schemeClr val="tx1"/>
          </a:solidFill>
          <a:latin typeface="+mn-lt"/>
          <a:ea typeface="+mn-ea"/>
          <a:cs typeface="+mn-cs"/>
        </a:defRPr>
      </a:lvl1pPr>
      <a:lvl2pPr marL="1069137" algn="l" defTabSz="2138272" rtl="0" eaLnBrk="1" latinLnBrk="0" hangingPunct="1">
        <a:defRPr sz="4190" kern="1200">
          <a:solidFill>
            <a:schemeClr val="tx1"/>
          </a:solidFill>
          <a:latin typeface="+mn-lt"/>
          <a:ea typeface="+mn-ea"/>
          <a:cs typeface="+mn-cs"/>
        </a:defRPr>
      </a:lvl2pPr>
      <a:lvl3pPr marL="2138272" algn="l" defTabSz="2138272" rtl="0" eaLnBrk="1" latinLnBrk="0" hangingPunct="1">
        <a:defRPr sz="4190" kern="1200">
          <a:solidFill>
            <a:schemeClr val="tx1"/>
          </a:solidFill>
          <a:latin typeface="+mn-lt"/>
          <a:ea typeface="+mn-ea"/>
          <a:cs typeface="+mn-cs"/>
        </a:defRPr>
      </a:lvl3pPr>
      <a:lvl4pPr marL="3207409" algn="l" defTabSz="2138272" rtl="0" eaLnBrk="1" latinLnBrk="0" hangingPunct="1">
        <a:defRPr sz="4190" kern="1200">
          <a:solidFill>
            <a:schemeClr val="tx1"/>
          </a:solidFill>
          <a:latin typeface="+mn-lt"/>
          <a:ea typeface="+mn-ea"/>
          <a:cs typeface="+mn-cs"/>
        </a:defRPr>
      </a:lvl4pPr>
      <a:lvl5pPr marL="4276545" algn="l" defTabSz="2138272" rtl="0" eaLnBrk="1" latinLnBrk="0" hangingPunct="1">
        <a:defRPr sz="4190" kern="1200">
          <a:solidFill>
            <a:schemeClr val="tx1"/>
          </a:solidFill>
          <a:latin typeface="+mn-lt"/>
          <a:ea typeface="+mn-ea"/>
          <a:cs typeface="+mn-cs"/>
        </a:defRPr>
      </a:lvl5pPr>
      <a:lvl6pPr marL="5345681" algn="l" defTabSz="2138272" rtl="0" eaLnBrk="1" latinLnBrk="0" hangingPunct="1">
        <a:defRPr sz="4190" kern="1200">
          <a:solidFill>
            <a:schemeClr val="tx1"/>
          </a:solidFill>
          <a:latin typeface="+mn-lt"/>
          <a:ea typeface="+mn-ea"/>
          <a:cs typeface="+mn-cs"/>
        </a:defRPr>
      </a:lvl6pPr>
      <a:lvl7pPr marL="6414818" algn="l" defTabSz="2138272" rtl="0" eaLnBrk="1" latinLnBrk="0" hangingPunct="1">
        <a:defRPr sz="4190" kern="1200">
          <a:solidFill>
            <a:schemeClr val="tx1"/>
          </a:solidFill>
          <a:latin typeface="+mn-lt"/>
          <a:ea typeface="+mn-ea"/>
          <a:cs typeface="+mn-cs"/>
        </a:defRPr>
      </a:lvl7pPr>
      <a:lvl8pPr marL="7483953" algn="l" defTabSz="2138272" rtl="0" eaLnBrk="1" latinLnBrk="0" hangingPunct="1">
        <a:defRPr sz="4190" kern="1200">
          <a:solidFill>
            <a:schemeClr val="tx1"/>
          </a:solidFill>
          <a:latin typeface="+mn-lt"/>
          <a:ea typeface="+mn-ea"/>
          <a:cs typeface="+mn-cs"/>
        </a:defRPr>
      </a:lvl8pPr>
      <a:lvl9pPr marL="8553090" algn="l" defTabSz="2138272" rtl="0" eaLnBrk="1" latinLnBrk="0" hangingPunct="1">
        <a:defRPr sz="419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1" y="0"/>
            <a:ext cx="30275213" cy="3118445"/>
          </a:xfrm>
          <a:prstGeom prst="rect">
            <a:avLst/>
          </a:prstGeom>
          <a:solidFill>
            <a:schemeClr val="accent5">
              <a:lumMod val="75000"/>
            </a:schemeClr>
          </a:solidFill>
          <a:ln w="9525">
            <a:solidFill>
              <a:schemeClr val="tx1"/>
            </a:solidFill>
            <a:miter lim="800000"/>
            <a:headEnd/>
            <a:tailEnd/>
          </a:ln>
          <a:effectLst/>
        </p:spPr>
        <p:txBody>
          <a:bodyPr wrap="none" lIns="44547" tIns="22273" rIns="44547" bIns="22273" anchor="ctr"/>
          <a:lstStyle/>
          <a:p>
            <a:pPr>
              <a:defRPr/>
            </a:pPr>
            <a:endParaRPr lang="en-US" sz="2818" dirty="0"/>
          </a:p>
        </p:txBody>
      </p:sp>
      <p:sp>
        <p:nvSpPr>
          <p:cNvPr id="9" name="Rectangle 9"/>
          <p:cNvSpPr>
            <a:spLocks noChangeArrowheads="1"/>
          </p:cNvSpPr>
          <p:nvPr/>
        </p:nvSpPr>
        <p:spPr bwMode="auto">
          <a:xfrm>
            <a:off x="1" y="3121540"/>
            <a:ext cx="30275213" cy="98998"/>
          </a:xfrm>
          <a:prstGeom prst="rect">
            <a:avLst/>
          </a:prstGeom>
          <a:solidFill>
            <a:schemeClr val="accent5">
              <a:lumMod val="50000"/>
            </a:schemeClr>
          </a:solidFill>
          <a:ln w="152400">
            <a:noFill/>
            <a:miter lim="800000"/>
            <a:headEnd/>
            <a:tailEnd/>
          </a:ln>
          <a:effectLst/>
        </p:spPr>
        <p:txBody>
          <a:bodyPr wrap="none" lIns="44547" tIns="22273" rIns="44547" bIns="22273" anchor="ctr"/>
          <a:lstStyle/>
          <a:p>
            <a:pPr>
              <a:defRPr/>
            </a:pPr>
            <a:endParaRPr lang="en-US" sz="2818" dirty="0"/>
          </a:p>
        </p:txBody>
      </p:sp>
      <p:cxnSp>
        <p:nvCxnSpPr>
          <p:cNvPr id="38" name="Straight Connector 37"/>
          <p:cNvCxnSpPr/>
          <p:nvPr/>
        </p:nvCxnSpPr>
        <p:spPr>
          <a:xfrm flipV="1">
            <a:off x="-9620068" y="7487308"/>
            <a:ext cx="9365426" cy="531"/>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636210" y="3502627"/>
            <a:ext cx="9365426" cy="17368008"/>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2" name="Rounded Rectangle 21"/>
          <p:cNvSpPr/>
          <p:nvPr userDrawn="1"/>
        </p:nvSpPr>
        <p:spPr>
          <a:xfrm>
            <a:off x="10453253" y="3502627"/>
            <a:ext cx="9365426" cy="17368008"/>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3" name="Rounded Rectangle 22"/>
          <p:cNvSpPr/>
          <p:nvPr userDrawn="1"/>
        </p:nvSpPr>
        <p:spPr>
          <a:xfrm>
            <a:off x="20270298" y="3502627"/>
            <a:ext cx="9365426" cy="17368008"/>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grpSp>
        <p:nvGrpSpPr>
          <p:cNvPr id="44" name="Group 43"/>
          <p:cNvGrpSpPr/>
          <p:nvPr userDrawn="1"/>
        </p:nvGrpSpPr>
        <p:grpSpPr>
          <a:xfrm>
            <a:off x="30459135" y="-35769"/>
            <a:ext cx="7630428" cy="2141939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1949" b="1" spc="292" dirty="0">
                  <a:solidFill>
                    <a:schemeClr val="bg1"/>
                  </a:solidFill>
                  <a:latin typeface="Trebuchet MS" pitchFamily="34" charset="0"/>
                </a:rPr>
                <a:t>QUICK START (cont.)</a:t>
              </a:r>
            </a:p>
            <a:p>
              <a:pPr algn="ctr"/>
              <a:endParaRPr lang="en-US" sz="1754" b="1"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How to change the template color theme</a:t>
              </a:r>
            </a:p>
            <a:p>
              <a:pPr marL="0" marR="0" lvl="2" indent="0" algn="l" defTabSz="55687" rtl="0" eaLnBrk="1" fontAlgn="auto" latinLnBrk="0" hangingPunct="1">
                <a:lnSpc>
                  <a:spcPct val="100000"/>
                </a:lnSpc>
                <a:spcBef>
                  <a:spcPts val="0"/>
                </a:spcBef>
                <a:spcAft>
                  <a:spcPts val="0"/>
                </a:spcAft>
                <a:buClrTx/>
                <a:buSzTx/>
                <a:buFontTx/>
                <a:buNone/>
                <a:tabLst/>
                <a:defRPr/>
              </a:pPr>
              <a:r>
                <a:rPr lang="en-US" sz="1169"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1169" b="0" spc="0" baseline="0" dirty="0">
                  <a:solidFill>
                    <a:schemeClr val="bg1">
                      <a:lumMod val="75000"/>
                    </a:schemeClr>
                  </a:solidFill>
                  <a:latin typeface="Trebuchet MS" pitchFamily="34" charset="0"/>
                </a:rPr>
                <a:t>also create your own color theme.</a:t>
              </a:r>
            </a:p>
            <a:p>
              <a:pPr marL="0" marR="0" lvl="2" indent="0" algn="l" defTabSz="55687" rtl="0" eaLnBrk="1" fontAlgn="auto" latinLnBrk="0" hangingPunct="1">
                <a:lnSpc>
                  <a:spcPct val="100000"/>
                </a:lnSpc>
                <a:spcBef>
                  <a:spcPts val="0"/>
                </a:spcBef>
                <a:spcAft>
                  <a:spcPts val="0"/>
                </a:spcAft>
                <a:buClrTx/>
                <a:buSzTx/>
                <a:buFontTx/>
                <a:buNone/>
                <a:tabLst/>
                <a:defRPr/>
              </a:pPr>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r>
                <a:rPr lang="en-US" sz="1169"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55687"/>
              <a:endParaRPr lang="en-US" sz="1169" b="0" baseline="0" dirty="0">
                <a:solidFill>
                  <a:schemeClr val="bg1">
                    <a:lumMod val="75000"/>
                  </a:schemeClr>
                </a:solidFill>
                <a:latin typeface="Trebuchet MS" pitchFamily="34" charset="0"/>
              </a:endParaRPr>
            </a:p>
            <a:p>
              <a:pPr algn="ctr"/>
              <a:r>
                <a:rPr lang="en-US" sz="1559" b="1" baseline="0" dirty="0">
                  <a:solidFill>
                    <a:srgbClr val="FFC000"/>
                  </a:solidFill>
                  <a:latin typeface="Trebuchet MS" pitchFamily="34" charset="0"/>
                </a:rPr>
                <a:t>How to add Text</a:t>
              </a:r>
            </a:p>
            <a:p>
              <a:pPr marL="1590946" lvl="2" indent="0" algn="l" defTabSz="55687"/>
              <a:r>
                <a:rPr lang="en-US" sz="1169"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739736" lvl="2" indent="0" algn="l" defTabSz="55687"/>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lang="en-US" sz="1169" b="0" baseline="0" dirty="0">
                  <a:solidFill>
                    <a:schemeClr val="bg1">
                      <a:lumMod val="75000"/>
                    </a:schemeClr>
                  </a:solidFill>
                  <a:latin typeface="Trebuchet MS" pitchFamily="34" charset="0"/>
                </a:rPr>
                <a:t> </a:t>
              </a:r>
              <a:r>
                <a:rPr kumimoji="0" lang="en-US" sz="1559"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1169" b="0" baseline="0" dirty="0">
                <a:solidFill>
                  <a:schemeClr val="bg1">
                    <a:lumMod val="75000"/>
                  </a:schemeClr>
                </a:solidFill>
                <a:latin typeface="Trebuchet MS" pitchFamily="34" charset="0"/>
              </a:endParaRPr>
            </a:p>
            <a:p>
              <a:pPr marL="739736" lvl="2" indent="0" algn="l" defTabSz="55687"/>
              <a:endParaRPr lang="en-US" sz="1169" b="0" baseline="0" dirty="0">
                <a:solidFill>
                  <a:schemeClr val="bg1">
                    <a:lumMod val="75000"/>
                  </a:schemeClr>
                </a:solidFill>
                <a:latin typeface="Trebuchet MS" pitchFamily="34" charset="0"/>
              </a:endParaRPr>
            </a:p>
            <a:p>
              <a:pPr algn="ctr"/>
              <a:r>
                <a:rPr lang="en-US" sz="1559" b="1" baseline="0" dirty="0">
                  <a:solidFill>
                    <a:srgbClr val="FFC000"/>
                  </a:solidFill>
                  <a:latin typeface="Trebuchet MS" pitchFamily="34" charset="0"/>
                </a:rPr>
                <a:t>How to add Tables</a:t>
              </a:r>
            </a:p>
            <a:p>
              <a:pPr marL="843039" lvl="1" indent="0" algn="l" defTabSz="55687"/>
              <a:r>
                <a:rPr lang="en-US" sz="1169" b="0" baseline="0" dirty="0">
                  <a:solidFill>
                    <a:schemeClr val="bg1">
                      <a:lumMod val="75000"/>
                    </a:schemeClr>
                  </a:solidFill>
                  <a:latin typeface="Trebuchet MS" pitchFamily="34" charset="0"/>
                </a:rPr>
                <a:t>To add a table from scratch go to the INSERT menu and </a:t>
              </a:r>
              <a:br>
                <a:rPr lang="en-US" sz="1169" b="0" baseline="0" dirty="0">
                  <a:solidFill>
                    <a:schemeClr val="bg1">
                      <a:lumMod val="75000"/>
                    </a:schemeClr>
                  </a:solidFill>
                  <a:latin typeface="Trebuchet MS" pitchFamily="34" charset="0"/>
                </a:rPr>
              </a:br>
              <a:r>
                <a:rPr lang="en-US" sz="1169" b="0" baseline="0" dirty="0">
                  <a:solidFill>
                    <a:schemeClr val="bg1">
                      <a:lumMod val="75000"/>
                    </a:schemeClr>
                  </a:solidFill>
                  <a:latin typeface="Trebuchet MS" pitchFamily="34" charset="0"/>
                </a:rPr>
                <a:t>click on TABLE. A drop-down box will help you select rows and columns. </a:t>
              </a:r>
            </a:p>
            <a:p>
              <a:pPr marL="0" lvl="0" indent="0" algn="l" defTabSz="55687"/>
              <a:r>
                <a:rPr lang="en-US" sz="1169"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55687"/>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169"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739736" rtl="0" eaLnBrk="1" fontAlgn="auto" latinLnBrk="0" hangingPunct="1">
                <a:lnSpc>
                  <a:spcPct val="100000"/>
                </a:lnSpc>
                <a:spcBef>
                  <a:spcPts val="0"/>
                </a:spcBef>
                <a:spcAft>
                  <a:spcPts val="0"/>
                </a:spcAft>
                <a:buClrTx/>
                <a:buSzTx/>
                <a:buFontTx/>
                <a:buNone/>
                <a:tabLst/>
                <a:defRPr/>
              </a:pPr>
              <a:endParaRPr kumimoji="0" lang="en-US" sz="1559"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169"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55687" rtl="0" eaLnBrk="1" fontAlgn="auto" latinLnBrk="0" hangingPunct="1">
                <a:lnSpc>
                  <a:spcPct val="100000"/>
                </a:lnSpc>
                <a:spcBef>
                  <a:spcPts val="0"/>
                </a:spcBef>
                <a:spcAft>
                  <a:spcPts val="0"/>
                </a:spcAft>
                <a:buClrTx/>
                <a:buSzTx/>
                <a:buFontTx/>
                <a:buNone/>
                <a:tabLst/>
                <a:defRPr/>
              </a:pPr>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364"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599843"/>
              </a:xfrm>
              <a:prstGeom prst="rect">
                <a:avLst/>
              </a:prstGeom>
              <a:noFill/>
              <a:ln>
                <a:noFill/>
              </a:ln>
            </p:spPr>
            <p:txBody>
              <a:bodyPr wrap="square" rtlCol="0">
                <a:spAutoFit/>
              </a:bodyPr>
              <a:lstStyle/>
              <a:p>
                <a:r>
                  <a:rPr lang="en-US" sz="1169" dirty="0">
                    <a:solidFill>
                      <a:schemeClr val="tx2"/>
                    </a:solidFill>
                    <a:latin typeface="Trebuchet MS" pitchFamily="34" charset="0"/>
                  </a:rPr>
                  <a:t>Student</a:t>
                </a:r>
                <a:r>
                  <a:rPr lang="en-US" sz="1169" baseline="0" dirty="0">
                    <a:solidFill>
                      <a:schemeClr val="tx2"/>
                    </a:solidFill>
                    <a:latin typeface="Trebuchet MS" pitchFamily="34" charset="0"/>
                  </a:rPr>
                  <a:t> discounts are available on our </a:t>
                </a:r>
                <a:r>
                  <a:rPr lang="en-US" sz="1169" baseline="0" dirty="0" err="1">
                    <a:solidFill>
                      <a:schemeClr val="tx2"/>
                    </a:solidFill>
                    <a:latin typeface="Trebuchet MS" pitchFamily="34" charset="0"/>
                  </a:rPr>
                  <a:t>Facebook</a:t>
                </a:r>
                <a:r>
                  <a:rPr lang="en-US" sz="1169" baseline="0" dirty="0">
                    <a:solidFill>
                      <a:schemeClr val="tx2"/>
                    </a:solidFill>
                    <a:latin typeface="Trebuchet MS" pitchFamily="34" charset="0"/>
                  </a:rPr>
                  <a:t> page.</a:t>
                </a:r>
                <a:br>
                  <a:rPr lang="en-US" sz="1169" baseline="0" dirty="0">
                    <a:solidFill>
                      <a:schemeClr val="tx2"/>
                    </a:solidFill>
                    <a:latin typeface="Trebuchet MS" pitchFamily="34" charset="0"/>
                  </a:rPr>
                </a:br>
                <a:r>
                  <a:rPr lang="en-US" sz="1169" baseline="0" dirty="0">
                    <a:solidFill>
                      <a:schemeClr val="tx2"/>
                    </a:solidFill>
                    <a:latin typeface="Trebuchet MS" pitchFamily="34" charset="0"/>
                  </a:rPr>
                  <a:t>Go to </a:t>
                </a:r>
                <a:r>
                  <a:rPr lang="en-US" sz="1169" u="sng" baseline="0" dirty="0">
                    <a:solidFill>
                      <a:schemeClr val="tx2"/>
                    </a:solidFill>
                    <a:latin typeface="Trebuchet MS" pitchFamily="34" charset="0"/>
                  </a:rPr>
                  <a:t>PosterPresentations.com</a:t>
                </a:r>
                <a:r>
                  <a:rPr lang="en-US" sz="1169" baseline="0" dirty="0">
                    <a:solidFill>
                      <a:schemeClr val="tx2"/>
                    </a:solidFill>
                    <a:latin typeface="Trebuchet MS" pitchFamily="34" charset="0"/>
                  </a:rPr>
                  <a:t> and click on the FB icon. </a:t>
                </a:r>
                <a:endParaRPr lang="en-US" sz="1169" dirty="0">
                  <a:solidFill>
                    <a:schemeClr val="tx2"/>
                  </a:solidFill>
                  <a:latin typeface="Trebuchet MS" pitchFamily="34" charset="0"/>
                </a:endParaRPr>
              </a:p>
            </p:txBody>
          </p:sp>
        </p:grpSp>
        <p:sp>
          <p:nvSpPr>
            <p:cNvPr id="50" name="TextBox 49"/>
            <p:cNvSpPr txBox="1"/>
            <p:nvPr userDrawn="1"/>
          </p:nvSpPr>
          <p:spPr>
            <a:xfrm>
              <a:off x="44262807" y="31169781"/>
              <a:ext cx="6870216" cy="1128071"/>
            </a:xfrm>
            <a:prstGeom prst="rect">
              <a:avLst/>
            </a:prstGeom>
            <a:noFill/>
          </p:spPr>
          <p:txBody>
            <a:bodyPr wrap="square" lIns="65304" tIns="32651" rIns="65304" bIns="32651" rtlCol="0">
              <a:spAutoFit/>
            </a:bodyPr>
            <a:lstStyle/>
            <a:p>
              <a:pPr>
                <a:lnSpc>
                  <a:spcPts val="1267"/>
                </a:lnSpc>
              </a:pPr>
              <a:r>
                <a:rPr lang="en-US" sz="1364" dirty="0">
                  <a:solidFill>
                    <a:schemeClr val="bg1"/>
                  </a:solidFill>
                </a:rPr>
                <a:t>© 2015</a:t>
              </a:r>
              <a:r>
                <a:rPr lang="en-US" sz="1364" baseline="0" dirty="0">
                  <a:solidFill>
                    <a:schemeClr val="bg1"/>
                  </a:solidFill>
                </a:rPr>
                <a:t> </a:t>
              </a:r>
              <a:r>
                <a:rPr lang="en-US" sz="1364" dirty="0">
                  <a:solidFill>
                    <a:schemeClr val="bg1"/>
                  </a:solidFill>
                </a:rPr>
                <a:t>PosterPresentations.com</a:t>
              </a:r>
              <a:br>
                <a:rPr lang="en-US" sz="1364" dirty="0">
                  <a:solidFill>
                    <a:schemeClr val="bg1"/>
                  </a:solidFill>
                </a:rPr>
              </a:br>
              <a:r>
                <a:rPr lang="en-US" sz="1364" dirty="0">
                  <a:solidFill>
                    <a:schemeClr val="bg1"/>
                  </a:solidFill>
                </a:rPr>
                <a:t>    </a:t>
              </a:r>
              <a:r>
                <a:rPr lang="en-US" sz="1169" dirty="0">
                  <a:solidFill>
                    <a:schemeClr val="bg1"/>
                  </a:solidFill>
                </a:rPr>
                <a:t>2117 Fourth Street ,</a:t>
              </a:r>
              <a:r>
                <a:rPr lang="en-US" sz="1169" baseline="0" dirty="0">
                  <a:solidFill>
                    <a:schemeClr val="bg1"/>
                  </a:solidFill>
                </a:rPr>
                <a:t> Unit C        </a:t>
              </a:r>
            </a:p>
            <a:p>
              <a:pPr>
                <a:lnSpc>
                  <a:spcPts val="1267"/>
                </a:lnSpc>
              </a:pPr>
              <a:r>
                <a:rPr lang="en-US" sz="1169" baseline="0" dirty="0">
                  <a:solidFill>
                    <a:schemeClr val="bg1"/>
                  </a:solidFill>
                </a:rPr>
                <a:t>     Berkeley CA </a:t>
              </a:r>
              <a:r>
                <a:rPr lang="en-US" sz="974" baseline="0" dirty="0">
                  <a:solidFill>
                    <a:schemeClr val="bg1"/>
                  </a:solidFill>
                </a:rPr>
                <a:t>94710</a:t>
              </a:r>
              <a:br>
                <a:rPr lang="en-US" sz="1169" baseline="0" dirty="0">
                  <a:solidFill>
                    <a:schemeClr val="bg1"/>
                  </a:solidFill>
                </a:rPr>
              </a:br>
              <a:r>
                <a:rPr lang="en-US" sz="1169" baseline="0" dirty="0">
                  <a:solidFill>
                    <a:schemeClr val="bg1"/>
                  </a:solidFill>
                </a:rPr>
                <a:t>    </a:t>
              </a:r>
              <a:r>
                <a:rPr lang="en-US" sz="1169" b="1" baseline="0" dirty="0">
                  <a:solidFill>
                    <a:srgbClr val="FFFF00"/>
                  </a:solidFill>
                </a:rPr>
                <a:t>posterpresenter@gmail.com</a:t>
              </a:r>
              <a:endParaRPr lang="en-US" sz="1364" b="1" dirty="0">
                <a:solidFill>
                  <a:srgbClr val="FFFF00"/>
                </a:solidFill>
              </a:endParaRPr>
            </a:p>
          </p:txBody>
        </p:sp>
      </p:grpSp>
      <p:grpSp>
        <p:nvGrpSpPr>
          <p:cNvPr id="54" name="Group 53"/>
          <p:cNvGrpSpPr/>
          <p:nvPr userDrawn="1"/>
        </p:nvGrpSpPr>
        <p:grpSpPr>
          <a:xfrm>
            <a:off x="-7742895" y="-1"/>
            <a:ext cx="7600578" cy="21383626"/>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739736" rtl="0" eaLnBrk="1" fontAlgn="auto" latinLnBrk="0" hangingPunct="1">
                <a:lnSpc>
                  <a:spcPct val="100000"/>
                </a:lnSpc>
                <a:spcBef>
                  <a:spcPts val="0"/>
                </a:spcBef>
                <a:spcAft>
                  <a:spcPts val="0"/>
                </a:spcAft>
                <a:buClrTx/>
                <a:buSzTx/>
                <a:buFontTx/>
                <a:buNone/>
                <a:tabLst/>
                <a:defRPr/>
              </a:pPr>
              <a:r>
                <a:rPr lang="en-US" sz="1559" b="1" spc="0" dirty="0">
                  <a:solidFill>
                    <a:srgbClr val="FF0000"/>
                  </a:solidFill>
                  <a:latin typeface="Trebuchet MS" pitchFamily="34" charset="0"/>
                </a:rPr>
                <a:t>(—THIS SIDEBAR DOES NOT PRINT—)</a:t>
              </a:r>
              <a:endParaRPr lang="en-US" sz="1559" b="1" spc="292" dirty="0">
                <a:solidFill>
                  <a:schemeClr val="bg1"/>
                </a:solidFill>
                <a:latin typeface="Trebuchet MS" pitchFamily="34" charset="0"/>
              </a:endParaRPr>
            </a:p>
            <a:p>
              <a:pPr algn="ctr"/>
              <a:r>
                <a:rPr lang="en-US" sz="1949" b="1" spc="292" dirty="0">
                  <a:solidFill>
                    <a:schemeClr val="bg1"/>
                  </a:solidFill>
                  <a:latin typeface="Trebuchet MS" pitchFamily="34" charset="0"/>
                </a:rPr>
                <a:t>DESIGN</a:t>
              </a:r>
              <a:r>
                <a:rPr lang="en-US" sz="1949" b="1" spc="292" baseline="0" dirty="0">
                  <a:solidFill>
                    <a:schemeClr val="bg1"/>
                  </a:solidFill>
                  <a:latin typeface="Trebuchet MS" pitchFamily="34" charset="0"/>
                </a:rPr>
                <a:t> </a:t>
              </a:r>
              <a:r>
                <a:rPr lang="en-US" sz="1949" b="1" spc="292" dirty="0">
                  <a:solidFill>
                    <a:schemeClr val="bg1"/>
                  </a:solidFill>
                  <a:latin typeface="Trebuchet MS" pitchFamily="34" charset="0"/>
                </a:rPr>
                <a:t>GUIDE</a:t>
              </a:r>
            </a:p>
            <a:p>
              <a:pPr algn="ctr"/>
              <a:endParaRPr lang="en-US" sz="1364" b="1" dirty="0">
                <a:latin typeface="Trebuchet MS" pitchFamily="34" charset="0"/>
              </a:endParaRPr>
            </a:p>
            <a:p>
              <a:pPr defTabSz="1834619"/>
              <a:r>
                <a:rPr lang="en-US" sz="1364" i="0" dirty="0">
                  <a:latin typeface="Trebuchet MS" pitchFamily="34" charset="0"/>
                </a:rPr>
                <a:t>This PowerPoint</a:t>
              </a:r>
              <a:r>
                <a:rPr lang="en-US" sz="1364" i="0" baseline="0" dirty="0">
                  <a:latin typeface="Trebuchet MS" pitchFamily="34" charset="0"/>
                </a:rPr>
                <a:t> </a:t>
              </a:r>
              <a:r>
                <a:rPr lang="en-US" sz="1364" i="0" dirty="0">
                  <a:latin typeface="Trebuchet MS" pitchFamily="34" charset="0"/>
                </a:rPr>
                <a:t>2007 template produces</a:t>
              </a:r>
              <a:r>
                <a:rPr lang="en-US" sz="1364" i="0" baseline="0" dirty="0">
                  <a:latin typeface="Trebuchet MS" pitchFamily="34" charset="0"/>
                </a:rPr>
                <a:t> </a:t>
              </a:r>
              <a:r>
                <a:rPr lang="en-US" sz="1364" i="0" dirty="0">
                  <a:latin typeface="Trebuchet MS" pitchFamily="34" charset="0"/>
                </a:rPr>
                <a:t>a 36”x48” presentation poster. </a:t>
              </a:r>
              <a:r>
                <a:rPr lang="en-US" sz="1364" dirty="0">
                  <a:latin typeface="Trebuchet MS" pitchFamily="34" charset="0"/>
                </a:rPr>
                <a:t>You</a:t>
              </a:r>
              <a:r>
                <a:rPr lang="en-US" sz="1364" baseline="0" dirty="0">
                  <a:latin typeface="Trebuchet MS" pitchFamily="34" charset="0"/>
                </a:rPr>
                <a:t> can u</a:t>
              </a:r>
              <a:r>
                <a:rPr lang="en-US" sz="1364" dirty="0">
                  <a:latin typeface="Trebuchet MS" pitchFamily="34" charset="0"/>
                </a:rPr>
                <a:t>se</a:t>
              </a:r>
              <a:r>
                <a:rPr lang="en-US" sz="1364" baseline="0" dirty="0">
                  <a:latin typeface="Trebuchet MS" pitchFamily="34" charset="0"/>
                </a:rPr>
                <a:t> it to create your research poster and </a:t>
              </a:r>
              <a:r>
                <a:rPr lang="en-US" sz="1364" dirty="0">
                  <a:latin typeface="Trebuchet MS" pitchFamily="34" charset="0"/>
                </a:rPr>
                <a:t>save valuable time placing titles, subtitles,</a:t>
              </a:r>
              <a:r>
                <a:rPr lang="en-US" sz="1364" baseline="0" dirty="0">
                  <a:latin typeface="Trebuchet MS" pitchFamily="34" charset="0"/>
                </a:rPr>
                <a:t> text, and graphics</a:t>
              </a:r>
              <a:r>
                <a:rPr lang="en-US" sz="1364" dirty="0">
                  <a:latin typeface="Trebuchet MS" pitchFamily="34" charset="0"/>
                </a:rPr>
                <a:t>. </a:t>
              </a:r>
            </a:p>
            <a:p>
              <a:pPr defTabSz="1834619"/>
              <a:endParaRPr lang="en-US" sz="1364" dirty="0">
                <a:latin typeface="Trebuchet MS" pitchFamily="34" charset="0"/>
              </a:endParaRPr>
            </a:p>
            <a:p>
              <a:pPr defTabSz="2138427"/>
              <a:r>
                <a:rPr lang="en-US" sz="1364" dirty="0">
                  <a:latin typeface="Trebuchet MS" pitchFamily="34" charset="0"/>
                </a:rPr>
                <a:t>We provide a series of online tutorials that will guide you through the poster design process and answer your poster production questions. To view our template tutorials, go online to </a:t>
              </a:r>
              <a:r>
                <a:rPr lang="en-US" sz="1364" b="1" dirty="0">
                  <a:solidFill>
                    <a:srgbClr val="FFC000"/>
                  </a:solidFill>
                  <a:latin typeface="Trebuchet MS" pitchFamily="34" charset="0"/>
                </a:rPr>
                <a:t>PosterPresentations.com</a:t>
              </a:r>
              <a:r>
                <a:rPr lang="en-US" sz="1364" b="1" dirty="0">
                  <a:solidFill>
                    <a:schemeClr val="bg1"/>
                  </a:solidFill>
                  <a:latin typeface="Trebuchet MS" pitchFamily="34" charset="0"/>
                </a:rPr>
                <a:t> </a:t>
              </a:r>
              <a:r>
                <a:rPr lang="en-US" sz="1364" dirty="0">
                  <a:solidFill>
                    <a:schemeClr val="bg1"/>
                  </a:solidFill>
                  <a:latin typeface="Trebuchet MS" pitchFamily="34" charset="0"/>
                </a:rPr>
                <a:t>and click on HELP DESK.</a:t>
              </a:r>
            </a:p>
            <a:p>
              <a:pPr defTabSz="2138427"/>
              <a:endParaRPr lang="en-US" sz="1364" dirty="0">
                <a:latin typeface="Trebuchet MS" pitchFamily="34" charset="0"/>
              </a:endParaRPr>
            </a:p>
            <a:p>
              <a:pPr defTabSz="2138427"/>
              <a:r>
                <a:rPr lang="en-US" sz="1364" dirty="0">
                  <a:solidFill>
                    <a:schemeClr val="bg1"/>
                  </a:solidFill>
                  <a:latin typeface="Trebuchet MS" pitchFamily="34" charset="0"/>
                </a:rPr>
                <a:t>When</a:t>
              </a:r>
              <a:r>
                <a:rPr lang="en-US" sz="1364" baseline="0" dirty="0">
                  <a:solidFill>
                    <a:schemeClr val="bg1"/>
                  </a:solidFill>
                  <a:latin typeface="Trebuchet MS" pitchFamily="34" charset="0"/>
                </a:rPr>
                <a:t> you are ready to print your poster</a:t>
              </a:r>
              <a:r>
                <a:rPr lang="en-US" sz="1364" dirty="0">
                  <a:solidFill>
                    <a:schemeClr val="bg1"/>
                  </a:solidFill>
                  <a:latin typeface="Trebuchet MS" pitchFamily="34" charset="0"/>
                </a:rPr>
                <a:t>,</a:t>
              </a:r>
              <a:r>
                <a:rPr lang="en-US" sz="1364" baseline="0" dirty="0">
                  <a:solidFill>
                    <a:schemeClr val="bg1"/>
                  </a:solidFill>
                  <a:latin typeface="Trebuchet MS" pitchFamily="34" charset="0"/>
                </a:rPr>
                <a:t> go online to </a:t>
              </a:r>
              <a:r>
                <a:rPr lang="en-US" sz="1364" b="0" dirty="0">
                  <a:solidFill>
                    <a:schemeClr val="bg1"/>
                  </a:solidFill>
                  <a:latin typeface="Trebuchet MS" pitchFamily="34" charset="0"/>
                </a:rPr>
                <a:t>PosterPresentations.com</a:t>
              </a:r>
              <a:br>
                <a:rPr lang="en-US" sz="1364" dirty="0">
                  <a:solidFill>
                    <a:schemeClr val="bg1"/>
                  </a:solidFill>
                  <a:latin typeface="Trebuchet MS" pitchFamily="34" charset="0"/>
                </a:rPr>
              </a:br>
              <a:endParaRPr lang="en-US" sz="1364" dirty="0">
                <a:solidFill>
                  <a:schemeClr val="bg1"/>
                </a:solidFill>
                <a:latin typeface="Trebuchet MS" pitchFamily="34" charset="0"/>
              </a:endParaRPr>
            </a:p>
            <a:p>
              <a:pPr algn="l" defTabSz="1834619"/>
              <a:r>
                <a:rPr lang="en-US" sz="1364" b="0" dirty="0">
                  <a:solidFill>
                    <a:schemeClr val="bg1"/>
                  </a:solidFill>
                  <a:latin typeface="Trebuchet MS" pitchFamily="34" charset="0"/>
                </a:rPr>
                <a:t>Need</a:t>
              </a:r>
              <a:r>
                <a:rPr lang="en-US" sz="1364" b="0" baseline="0" dirty="0">
                  <a:solidFill>
                    <a:schemeClr val="bg1"/>
                  </a:solidFill>
                  <a:latin typeface="Trebuchet MS" pitchFamily="34" charset="0"/>
                </a:rPr>
                <a:t> assistance? Call us at </a:t>
              </a:r>
              <a:r>
                <a:rPr lang="en-US" sz="1364" b="0" dirty="0">
                  <a:solidFill>
                    <a:srgbClr val="FFC000"/>
                  </a:solidFill>
                  <a:latin typeface="Trebuchet MS" pitchFamily="34" charset="0"/>
                </a:rPr>
                <a:t>1.510.649.3001</a:t>
              </a:r>
            </a:p>
            <a:p>
              <a:pPr algn="l" defTabSz="1834619"/>
              <a:endParaRPr lang="en-US" sz="1754" b="1" dirty="0">
                <a:solidFill>
                  <a:srgbClr val="FFFF00"/>
                </a:solidFill>
                <a:latin typeface="Trebuchet MS" pitchFamily="34" charset="0"/>
              </a:endParaRPr>
            </a:p>
            <a:p>
              <a:pPr algn="ctr"/>
              <a:endParaRPr lang="en-US" sz="1169" b="1" dirty="0">
                <a:solidFill>
                  <a:schemeClr val="bg1"/>
                </a:solidFill>
                <a:latin typeface="Trebuchet MS" pitchFamily="34" charset="0"/>
              </a:endParaRPr>
            </a:p>
            <a:p>
              <a:pPr algn="ctr"/>
              <a:r>
                <a:rPr lang="en-US" sz="1949" b="1" spc="292" dirty="0">
                  <a:solidFill>
                    <a:schemeClr val="bg1"/>
                  </a:solidFill>
                  <a:latin typeface="Trebuchet MS" pitchFamily="34" charset="0"/>
                </a:rPr>
                <a:t>QUICK START</a:t>
              </a:r>
            </a:p>
            <a:p>
              <a:pPr algn="ctr"/>
              <a:endParaRPr lang="en-US" sz="1559" b="1"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Zoom in and out</a:t>
              </a:r>
            </a:p>
            <a:p>
              <a:pPr marL="921929" indent="-921929" algn="l" defTabSz="414558"/>
              <a:r>
                <a:rPr lang="en-US" sz="1169" b="0" baseline="0" dirty="0">
                  <a:solidFill>
                    <a:schemeClr val="bg1"/>
                  </a:solidFill>
                  <a:latin typeface="Trebuchet MS" pitchFamily="34" charset="0"/>
                </a:rPr>
                <a:t>	</a:t>
              </a:r>
              <a:r>
                <a:rPr lang="en-US" sz="1169" b="0" baseline="0" dirty="0">
                  <a:solidFill>
                    <a:schemeClr val="bg1">
                      <a:lumMod val="75000"/>
                    </a:schemeClr>
                  </a:solidFill>
                  <a:latin typeface="Trebuchet MS" pitchFamily="34" charset="0"/>
                </a:rPr>
                <a:t>As you work on your poster zoom in and out to the level that is more comfortable to you. </a:t>
              </a:r>
            </a:p>
            <a:p>
              <a:pPr marL="921929" indent="-921929" algn="l" defTabSz="414558"/>
              <a:r>
                <a:rPr lang="en-US" sz="1169" b="1" baseline="0" dirty="0">
                  <a:solidFill>
                    <a:schemeClr val="bg1">
                      <a:lumMod val="75000"/>
                    </a:schemeClr>
                  </a:solidFill>
                  <a:latin typeface="Trebuchet MS" pitchFamily="34" charset="0"/>
                </a:rPr>
                <a:t>	</a:t>
              </a:r>
              <a:r>
                <a:rPr lang="en-US" sz="1169" b="0" baseline="0" dirty="0">
                  <a:solidFill>
                    <a:schemeClr val="bg1">
                      <a:lumMod val="75000"/>
                    </a:schemeClr>
                  </a:solidFill>
                  <a:latin typeface="Trebuchet MS" pitchFamily="34" charset="0"/>
                </a:rPr>
                <a:t>Go to VIEW &gt; ZOOM.</a:t>
              </a:r>
            </a:p>
            <a:p>
              <a:pPr algn="l"/>
              <a:endParaRPr lang="en-US" sz="1364" b="0"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Title, Authors, and Affiliations</a:t>
              </a:r>
            </a:p>
            <a:p>
              <a:pPr algn="l"/>
              <a:r>
                <a:rPr lang="en-US" sz="1169" b="0" baseline="0" dirty="0">
                  <a:solidFill>
                    <a:schemeClr val="bg1">
                      <a:lumMod val="75000"/>
                    </a:schemeClr>
                  </a:solidFill>
                  <a:latin typeface="Trebuchet MS" pitchFamily="34" charset="0"/>
                </a:rPr>
                <a:t>Start designing your poster by adding the title, the names of the authors, and the affiliated institutions. </a:t>
              </a:r>
              <a:r>
                <a:rPr lang="en-US" sz="1169"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1169" b="0" spc="0" baseline="0" dirty="0">
                <a:solidFill>
                  <a:schemeClr val="bg1">
                    <a:lumMod val="75000"/>
                  </a:schemeClr>
                </a:solidFill>
                <a:latin typeface="Trebuchet MS" pitchFamily="34" charset="0"/>
              </a:endParaRPr>
            </a:p>
            <a:p>
              <a:pPr algn="l"/>
              <a:r>
                <a:rPr lang="en-US" sz="1169" b="1" spc="146" baseline="0" dirty="0">
                  <a:solidFill>
                    <a:srgbClr val="FFC000"/>
                  </a:solidFill>
                  <a:latin typeface="Trebuchet MS" pitchFamily="34" charset="0"/>
                </a:rPr>
                <a:t>TIP</a:t>
              </a:r>
              <a:r>
                <a:rPr lang="en-US" sz="1169" b="1" baseline="0" dirty="0">
                  <a:solidFill>
                    <a:srgbClr val="FFC000"/>
                  </a:solidFill>
                  <a:latin typeface="Trebuchet MS" pitchFamily="34" charset="0"/>
                </a:rPr>
                <a:t>: </a:t>
              </a:r>
              <a:r>
                <a:rPr lang="en-US" sz="1169" b="0" baseline="0" dirty="0">
                  <a:solidFill>
                    <a:schemeClr val="bg1">
                      <a:lumMod val="75000"/>
                    </a:schemeClr>
                  </a:solidFill>
                  <a:latin typeface="Trebuchet MS" pitchFamily="34" charset="0"/>
                </a:rPr>
                <a:t>The font size of your title should be bigger than your name(s) and institution name(s).</a:t>
              </a:r>
            </a:p>
            <a:p>
              <a:pPr algn="l"/>
              <a:br>
                <a:rPr lang="en-US" sz="1364" b="1" baseline="0" dirty="0">
                  <a:solidFill>
                    <a:schemeClr val="bg1"/>
                  </a:solidFill>
                  <a:latin typeface="Trebuchet MS" pitchFamily="34" charset="0"/>
                </a:rPr>
              </a:br>
              <a:endParaRPr lang="en-US" sz="1364" b="1" dirty="0">
                <a:solidFill>
                  <a:schemeClr val="bg1"/>
                </a:solidFill>
                <a:latin typeface="Trebuchet MS" pitchFamily="34" charset="0"/>
              </a:endParaRPr>
            </a:p>
            <a:p>
              <a:pPr algn="ctr"/>
              <a:endParaRPr lang="en-US" sz="1364" b="1" dirty="0">
                <a:solidFill>
                  <a:srgbClr val="FFC000"/>
                </a:solidFill>
                <a:latin typeface="Trebuchet MS" pitchFamily="34" charset="0"/>
              </a:endParaRPr>
            </a:p>
            <a:p>
              <a:pPr algn="ctr"/>
              <a:endParaRPr lang="en-US" sz="1364" b="1" dirty="0">
                <a:solidFill>
                  <a:srgbClr val="FFC000"/>
                </a:solidFill>
                <a:latin typeface="Trebuchet MS" pitchFamily="34" charset="0"/>
              </a:endParaRPr>
            </a:p>
            <a:p>
              <a:pPr algn="ctr"/>
              <a:r>
                <a:rPr lang="en-US" sz="1559" b="1" dirty="0">
                  <a:solidFill>
                    <a:srgbClr val="FFC000"/>
                  </a:solidFill>
                  <a:latin typeface="Trebuchet MS" pitchFamily="34" charset="0"/>
                </a:rPr>
                <a:t>Adding Logos</a:t>
              </a:r>
              <a:r>
                <a:rPr lang="en-US" sz="1559" b="1" baseline="0" dirty="0">
                  <a:solidFill>
                    <a:srgbClr val="FFC000"/>
                  </a:solidFill>
                  <a:latin typeface="Trebuchet MS" pitchFamily="34" charset="0"/>
                </a:rPr>
                <a:t> / Seals</a:t>
              </a:r>
            </a:p>
            <a:p>
              <a:pPr algn="l"/>
              <a:r>
                <a:rPr lang="en-US" sz="1169"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1169" b="0" spc="146" baseline="0" dirty="0">
                <a:solidFill>
                  <a:schemeClr val="bg1">
                    <a:lumMod val="75000"/>
                  </a:schemeClr>
                </a:solidFill>
                <a:latin typeface="Trebuchet MS" pitchFamily="34" charset="0"/>
              </a:endParaRPr>
            </a:p>
            <a:p>
              <a:pPr algn="l"/>
              <a:r>
                <a:rPr lang="en-US" sz="1169" b="1" spc="146" baseline="0" dirty="0">
                  <a:solidFill>
                    <a:srgbClr val="FFC000"/>
                  </a:solidFill>
                  <a:latin typeface="Trebuchet MS" pitchFamily="34" charset="0"/>
                </a:rPr>
                <a:t>TIP:</a:t>
              </a:r>
              <a:r>
                <a:rPr lang="en-US" sz="1169" b="1" spc="0" baseline="0" dirty="0">
                  <a:solidFill>
                    <a:srgbClr val="FFC000"/>
                  </a:solidFill>
                  <a:latin typeface="Trebuchet MS" pitchFamily="34" charset="0"/>
                </a:rPr>
                <a:t> </a:t>
              </a:r>
              <a:r>
                <a:rPr lang="en-US" sz="1169" b="0" baseline="0" dirty="0">
                  <a:solidFill>
                    <a:schemeClr val="bg1">
                      <a:lumMod val="75000"/>
                    </a:schemeClr>
                  </a:solidFill>
                  <a:latin typeface="Trebuchet MS" pitchFamily="34" charset="0"/>
                </a:rPr>
                <a:t>See if your school’s logo is available on our free poster templates page.</a:t>
              </a:r>
            </a:p>
            <a:p>
              <a:pPr algn="l"/>
              <a:endParaRPr lang="en-US" sz="1169" b="0" baseline="0" dirty="0">
                <a:latin typeface="Trebuchet MS" pitchFamily="34" charset="0"/>
              </a:endParaRPr>
            </a:p>
            <a:p>
              <a:pPr algn="ctr"/>
              <a:r>
                <a:rPr lang="en-US" sz="1559" b="1" baseline="0" dirty="0">
                  <a:solidFill>
                    <a:srgbClr val="FFC000"/>
                  </a:solidFill>
                  <a:latin typeface="Trebuchet MS" pitchFamily="34" charset="0"/>
                </a:rPr>
                <a:t>Photographs / Graphics</a:t>
              </a:r>
            </a:p>
            <a:p>
              <a:pPr algn="l" defTabSz="476433"/>
              <a:r>
                <a:rPr lang="en-US" sz="1169"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1169" b="0" spc="0" baseline="0" dirty="0">
                  <a:solidFill>
                    <a:schemeClr val="bg1">
                      <a:lumMod val="75000"/>
                    </a:schemeClr>
                  </a:solidFill>
                  <a:latin typeface="Trebuchet MS" pitchFamily="34" charset="0"/>
                </a:rPr>
                <a:t>disproportionally.</a:t>
              </a:r>
            </a:p>
            <a:p>
              <a:pPr algn="l" defTabSz="476433"/>
              <a:endParaRPr lang="en-US" sz="1169" b="0" baseline="0" dirty="0">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r>
                <a:rPr lang="en-US" sz="1559" b="1" baseline="0" dirty="0">
                  <a:solidFill>
                    <a:srgbClr val="FFC000"/>
                  </a:solidFill>
                  <a:latin typeface="Trebuchet MS" pitchFamily="34" charset="0"/>
                </a:rPr>
                <a:t>Image Quality Check</a:t>
              </a:r>
            </a:p>
            <a:p>
              <a:pPr lvl="0" algn="l" defTabSz="476433"/>
              <a:r>
                <a:rPr lang="en-US" sz="1169" b="0" baseline="0" dirty="0">
                  <a:solidFill>
                    <a:schemeClr val="bg1">
                      <a:lumMod val="75000"/>
                    </a:schemeClr>
                  </a:solidFill>
                  <a:latin typeface="Trebuchet MS" pitchFamily="34" charset="0"/>
                </a:rPr>
                <a:t>Zoom in and look at your images at 100% magnification. If they look good they will print well. </a:t>
              </a:r>
              <a:endParaRPr lang="en-US" sz="1364"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1"/>
              <a:ext cx="7531182" cy="2308031"/>
              <a:chOff x="-4470427" y="11016658"/>
              <a:chExt cx="3470785" cy="1060408"/>
            </a:xfrm>
          </p:grpSpPr>
          <p:grpSp>
            <p:nvGrpSpPr>
              <p:cNvPr id="65" name="Group 64"/>
              <p:cNvGrpSpPr/>
              <p:nvPr userDrawn="1"/>
            </p:nvGrpSpPr>
            <p:grpSpPr>
              <a:xfrm>
                <a:off x="-2783495" y="11060885"/>
                <a:ext cx="624431" cy="911073"/>
                <a:chOff x="-3958697" y="11117435"/>
                <a:chExt cx="779338" cy="1305562"/>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308819"/>
                </a:xfrm>
                <a:prstGeom prst="rect">
                  <a:avLst/>
                </a:prstGeom>
                <a:solidFill>
                  <a:schemeClr val="accent1"/>
                </a:solidFill>
                <a:ln>
                  <a:noFill/>
                </a:ln>
              </p:spPr>
              <p:txBody>
                <a:bodyPr wrap="square" lIns="91440" tIns="91440" rIns="91440" bIns="91440" rtlCol="0">
                  <a:spAutoFit/>
                </a:bodyPr>
                <a:lstStyle/>
                <a:p>
                  <a:pPr algn="ctr"/>
                  <a:r>
                    <a:rPr lang="en-US" sz="780" b="1" dirty="0">
                      <a:solidFill>
                        <a:schemeClr val="tx1"/>
                      </a:solidFill>
                    </a:rPr>
                    <a:t>ORIGINAL</a:t>
                  </a:r>
                </a:p>
              </p:txBody>
            </p:sp>
          </p:grpSp>
          <p:grpSp>
            <p:nvGrpSpPr>
              <p:cNvPr id="66" name="Group 65"/>
              <p:cNvGrpSpPr/>
              <p:nvPr userDrawn="1"/>
            </p:nvGrpSpPr>
            <p:grpSpPr>
              <a:xfrm>
                <a:off x="-2033159" y="11060891"/>
                <a:ext cx="1033517" cy="914555"/>
                <a:chOff x="-2921738" y="11200127"/>
                <a:chExt cx="1420279" cy="1256798"/>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81507"/>
                </a:xfrm>
                <a:prstGeom prst="rect">
                  <a:avLst/>
                </a:prstGeom>
                <a:solidFill>
                  <a:srgbClr val="FF0000"/>
                </a:solidFill>
              </p:spPr>
              <p:txBody>
                <a:bodyPr wrap="square" lIns="457200" tIns="91440" rIns="457200" bIns="91440" rtlCol="0">
                  <a:spAutoFit/>
                </a:bodyPr>
                <a:lstStyle/>
                <a:p>
                  <a:pPr algn="ctr"/>
                  <a:r>
                    <a:rPr lang="en-US" sz="682" b="1" dirty="0">
                      <a:solidFill>
                        <a:schemeClr val="bg1"/>
                      </a:solidFill>
                    </a:rPr>
                    <a:t>DISTORTED</a:t>
                  </a:r>
                  <a:endParaRPr lang="en-US" sz="341"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411421"/>
              </a:xfrm>
              <a:prstGeom prst="rect">
                <a:avLst/>
              </a:prstGeom>
              <a:noFill/>
            </p:spPr>
            <p:txBody>
              <a:bodyPr wrap="square" lIns="457200" tIns="457200" rIns="457200" bIns="0" rtlCol="0">
                <a:spAutoFit/>
              </a:bodyPr>
              <a:lstStyle/>
              <a:p>
                <a:pPr algn="ctr"/>
                <a:r>
                  <a:rPr lang="en-US" sz="780" dirty="0">
                    <a:solidFill>
                      <a:schemeClr val="bg1"/>
                    </a:solidFill>
                  </a:rPr>
                  <a:t>Corner</a:t>
                </a:r>
                <a:r>
                  <a:rPr lang="en-US" sz="780" baseline="0" dirty="0">
                    <a:solidFill>
                      <a:schemeClr val="bg1"/>
                    </a:solidFill>
                  </a:rPr>
                  <a:t> handles</a:t>
                </a:r>
                <a:endParaRPr lang="en-US" sz="780" dirty="0">
                  <a:solidFill>
                    <a:schemeClr val="bg1"/>
                  </a:solidFill>
                </a:endParaRPr>
              </a:p>
            </p:txBody>
          </p:sp>
        </p:grpSp>
        <p:grpSp>
          <p:nvGrpSpPr>
            <p:cNvPr id="60" name="Group 59"/>
            <p:cNvGrpSpPr/>
            <p:nvPr userDrawn="1"/>
          </p:nvGrpSpPr>
          <p:grpSpPr>
            <a:xfrm>
              <a:off x="-10383454" y="27751410"/>
              <a:ext cx="9292334" cy="2453251"/>
              <a:chOff x="-4747927" y="12734136"/>
              <a:chExt cx="4282421"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21994"/>
                <a:ext cx="1117601" cy="141886"/>
              </a:xfrm>
              <a:prstGeom prst="rect">
                <a:avLst/>
              </a:prstGeom>
              <a:noFill/>
            </p:spPr>
            <p:txBody>
              <a:bodyPr wrap="square" lIns="91440" tIns="91440" rIns="91440" bIns="0" rtlCol="0">
                <a:spAutoFit/>
              </a:bodyPr>
              <a:lstStyle/>
              <a:p>
                <a:pPr algn="ctr"/>
                <a:r>
                  <a:rPr lang="en-US" sz="780" dirty="0">
                    <a:solidFill>
                      <a:srgbClr val="92D050"/>
                    </a:solidFill>
                  </a:rPr>
                  <a:t>Good</a:t>
                </a:r>
                <a:r>
                  <a:rPr lang="en-US" sz="780" baseline="0" dirty="0">
                    <a:solidFill>
                      <a:srgbClr val="92D050"/>
                    </a:solidFill>
                  </a:rPr>
                  <a:t> </a:t>
                </a:r>
                <a:r>
                  <a:rPr lang="en-US" sz="780" baseline="0" dirty="0">
                    <a:solidFill>
                      <a:schemeClr val="bg1"/>
                    </a:solidFill>
                  </a:rPr>
                  <a:t>printing quality</a:t>
                </a:r>
                <a:endParaRPr lang="en-US" sz="780" dirty="0">
                  <a:solidFill>
                    <a:schemeClr val="bg1"/>
                  </a:solidFill>
                </a:endParaRPr>
              </a:p>
            </p:txBody>
          </p:sp>
          <p:sp>
            <p:nvSpPr>
              <p:cNvPr id="64" name="TextBox 63"/>
              <p:cNvSpPr txBox="1"/>
              <p:nvPr userDrawn="1"/>
            </p:nvSpPr>
            <p:spPr>
              <a:xfrm rot="16200000">
                <a:off x="-1095250" y="13231521"/>
                <a:ext cx="1117601" cy="141886"/>
              </a:xfrm>
              <a:prstGeom prst="rect">
                <a:avLst/>
              </a:prstGeom>
              <a:noFill/>
            </p:spPr>
            <p:txBody>
              <a:bodyPr wrap="square" lIns="91440" tIns="91440" rIns="91440" bIns="0" rtlCol="0">
                <a:spAutoFit/>
              </a:bodyPr>
              <a:lstStyle/>
              <a:p>
                <a:pPr algn="ctr"/>
                <a:r>
                  <a:rPr lang="en-US" sz="780" dirty="0">
                    <a:solidFill>
                      <a:srgbClr val="FF0000"/>
                    </a:solidFill>
                  </a:rPr>
                  <a:t>Bad </a:t>
                </a:r>
                <a:r>
                  <a:rPr lang="en-US" sz="780" dirty="0">
                    <a:solidFill>
                      <a:schemeClr val="bg1"/>
                    </a:solidFill>
                  </a:rPr>
                  <a:t>printing quality</a:t>
                </a:r>
              </a:p>
            </p:txBody>
          </p:sp>
        </p:grpSp>
      </p:grpSp>
      <p:sp>
        <p:nvSpPr>
          <p:cNvPr id="40" name="Text Box 14"/>
          <p:cNvSpPr txBox="1">
            <a:spLocks noChangeArrowheads="1"/>
          </p:cNvSpPr>
          <p:nvPr userDrawn="1"/>
        </p:nvSpPr>
        <p:spPr bwMode="auto">
          <a:xfrm>
            <a:off x="1081094" y="20992133"/>
            <a:ext cx="1734518" cy="166396"/>
          </a:xfrm>
          <a:prstGeom prst="rect">
            <a:avLst/>
          </a:prstGeom>
          <a:noFill/>
          <a:ln w="9525">
            <a:noFill/>
            <a:miter lim="800000"/>
            <a:headEnd/>
            <a:tailEnd/>
          </a:ln>
          <a:effectLst/>
        </p:spPr>
        <p:txBody>
          <a:bodyPr lIns="44463" tIns="22227" rIns="44463" bIns="22227">
            <a:spAutoFit/>
          </a:bodyPr>
          <a:lstStyle/>
          <a:p>
            <a:pPr eaLnBrk="0" hangingPunct="0">
              <a:lnSpc>
                <a:spcPct val="65000"/>
              </a:lnSpc>
              <a:spcBef>
                <a:spcPct val="50000"/>
              </a:spcBef>
              <a:defRPr/>
            </a:pPr>
            <a:r>
              <a:rPr lang="en-US" sz="244"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536"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2138272" rtl="0" eaLnBrk="1" latinLnBrk="0" hangingPunct="1">
        <a:spcBef>
          <a:spcPct val="0"/>
        </a:spcBef>
        <a:buNone/>
        <a:defRPr sz="4287" kern="1200">
          <a:solidFill>
            <a:schemeClr val="bg1"/>
          </a:solidFill>
          <a:latin typeface="Trebuchet MS" pitchFamily="34" charset="0"/>
          <a:ea typeface="+mj-ea"/>
          <a:cs typeface="+mj-cs"/>
        </a:defRPr>
      </a:lvl1pPr>
    </p:titleStyle>
    <p:bodyStyle>
      <a:lvl1pPr marL="801852" indent="-801852" algn="l" defTabSz="2138272" rtl="0" eaLnBrk="1" latinLnBrk="0" hangingPunct="1">
        <a:spcBef>
          <a:spcPct val="20000"/>
        </a:spcBef>
        <a:buFont typeface="Arial" pitchFamily="34" charset="0"/>
        <a:buChar char="•"/>
        <a:defRPr sz="7503" kern="1200">
          <a:solidFill>
            <a:schemeClr val="tx1"/>
          </a:solidFill>
          <a:latin typeface="+mn-lt"/>
          <a:ea typeface="+mn-ea"/>
          <a:cs typeface="+mn-cs"/>
        </a:defRPr>
      </a:lvl1pPr>
      <a:lvl2pPr marL="1737346" indent="-668210" algn="l" defTabSz="2138272" rtl="0" eaLnBrk="1" latinLnBrk="0" hangingPunct="1">
        <a:spcBef>
          <a:spcPct val="20000"/>
        </a:spcBef>
        <a:buFont typeface="Arial" pitchFamily="34" charset="0"/>
        <a:buChar char="–"/>
        <a:defRPr sz="6577" kern="1200">
          <a:solidFill>
            <a:schemeClr val="tx1"/>
          </a:solidFill>
          <a:latin typeface="+mn-lt"/>
          <a:ea typeface="+mn-ea"/>
          <a:cs typeface="+mn-cs"/>
        </a:defRPr>
      </a:lvl2pPr>
      <a:lvl3pPr marL="2672841" indent="-534569" algn="l" defTabSz="2138272" rtl="0" eaLnBrk="1" latinLnBrk="0" hangingPunct="1">
        <a:spcBef>
          <a:spcPct val="20000"/>
        </a:spcBef>
        <a:buFont typeface="Arial" pitchFamily="34" charset="0"/>
        <a:buChar char="•"/>
        <a:defRPr sz="5652" kern="1200">
          <a:solidFill>
            <a:schemeClr val="tx1"/>
          </a:solidFill>
          <a:latin typeface="+mn-lt"/>
          <a:ea typeface="+mn-ea"/>
          <a:cs typeface="+mn-cs"/>
        </a:defRPr>
      </a:lvl3pPr>
      <a:lvl4pPr marL="3741977"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4pPr>
      <a:lvl5pPr marL="4811113"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5pPr>
      <a:lvl6pPr marL="5880249"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6pPr>
      <a:lvl7pPr marL="6949385"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7pPr>
      <a:lvl8pPr marL="8018521"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8pPr>
      <a:lvl9pPr marL="9087657"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9pPr>
    </p:bodyStyle>
    <p:otherStyle>
      <a:defPPr>
        <a:defRPr lang="en-US"/>
      </a:defPPr>
      <a:lvl1pPr marL="0" algn="l" defTabSz="2138272" rtl="0" eaLnBrk="1" latinLnBrk="0" hangingPunct="1">
        <a:defRPr sz="4190" kern="1200">
          <a:solidFill>
            <a:schemeClr val="tx1"/>
          </a:solidFill>
          <a:latin typeface="+mn-lt"/>
          <a:ea typeface="+mn-ea"/>
          <a:cs typeface="+mn-cs"/>
        </a:defRPr>
      </a:lvl1pPr>
      <a:lvl2pPr marL="1069137" algn="l" defTabSz="2138272" rtl="0" eaLnBrk="1" latinLnBrk="0" hangingPunct="1">
        <a:defRPr sz="4190" kern="1200">
          <a:solidFill>
            <a:schemeClr val="tx1"/>
          </a:solidFill>
          <a:latin typeface="+mn-lt"/>
          <a:ea typeface="+mn-ea"/>
          <a:cs typeface="+mn-cs"/>
        </a:defRPr>
      </a:lvl2pPr>
      <a:lvl3pPr marL="2138272" algn="l" defTabSz="2138272" rtl="0" eaLnBrk="1" latinLnBrk="0" hangingPunct="1">
        <a:defRPr sz="4190" kern="1200">
          <a:solidFill>
            <a:schemeClr val="tx1"/>
          </a:solidFill>
          <a:latin typeface="+mn-lt"/>
          <a:ea typeface="+mn-ea"/>
          <a:cs typeface="+mn-cs"/>
        </a:defRPr>
      </a:lvl3pPr>
      <a:lvl4pPr marL="3207409" algn="l" defTabSz="2138272" rtl="0" eaLnBrk="1" latinLnBrk="0" hangingPunct="1">
        <a:defRPr sz="4190" kern="1200">
          <a:solidFill>
            <a:schemeClr val="tx1"/>
          </a:solidFill>
          <a:latin typeface="+mn-lt"/>
          <a:ea typeface="+mn-ea"/>
          <a:cs typeface="+mn-cs"/>
        </a:defRPr>
      </a:lvl4pPr>
      <a:lvl5pPr marL="4276545" algn="l" defTabSz="2138272" rtl="0" eaLnBrk="1" latinLnBrk="0" hangingPunct="1">
        <a:defRPr sz="4190" kern="1200">
          <a:solidFill>
            <a:schemeClr val="tx1"/>
          </a:solidFill>
          <a:latin typeface="+mn-lt"/>
          <a:ea typeface="+mn-ea"/>
          <a:cs typeface="+mn-cs"/>
        </a:defRPr>
      </a:lvl5pPr>
      <a:lvl6pPr marL="5345681" algn="l" defTabSz="2138272" rtl="0" eaLnBrk="1" latinLnBrk="0" hangingPunct="1">
        <a:defRPr sz="4190" kern="1200">
          <a:solidFill>
            <a:schemeClr val="tx1"/>
          </a:solidFill>
          <a:latin typeface="+mn-lt"/>
          <a:ea typeface="+mn-ea"/>
          <a:cs typeface="+mn-cs"/>
        </a:defRPr>
      </a:lvl6pPr>
      <a:lvl7pPr marL="6414818" algn="l" defTabSz="2138272" rtl="0" eaLnBrk="1" latinLnBrk="0" hangingPunct="1">
        <a:defRPr sz="4190" kern="1200">
          <a:solidFill>
            <a:schemeClr val="tx1"/>
          </a:solidFill>
          <a:latin typeface="+mn-lt"/>
          <a:ea typeface="+mn-ea"/>
          <a:cs typeface="+mn-cs"/>
        </a:defRPr>
      </a:lvl7pPr>
      <a:lvl8pPr marL="7483953" algn="l" defTabSz="2138272" rtl="0" eaLnBrk="1" latinLnBrk="0" hangingPunct="1">
        <a:defRPr sz="4190" kern="1200">
          <a:solidFill>
            <a:schemeClr val="tx1"/>
          </a:solidFill>
          <a:latin typeface="+mn-lt"/>
          <a:ea typeface="+mn-ea"/>
          <a:cs typeface="+mn-cs"/>
        </a:defRPr>
      </a:lvl8pPr>
      <a:lvl9pPr marL="8553090" algn="l" defTabSz="2138272" rtl="0" eaLnBrk="1" latinLnBrk="0" hangingPunct="1">
        <a:defRPr sz="419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1" y="0"/>
            <a:ext cx="30275213" cy="3118445"/>
          </a:xfrm>
          <a:prstGeom prst="rect">
            <a:avLst/>
          </a:prstGeom>
          <a:solidFill>
            <a:schemeClr val="accent5">
              <a:lumMod val="75000"/>
            </a:schemeClr>
          </a:solidFill>
          <a:ln w="9525">
            <a:solidFill>
              <a:schemeClr val="tx1"/>
            </a:solidFill>
            <a:miter lim="800000"/>
            <a:headEnd/>
            <a:tailEnd/>
          </a:ln>
          <a:effectLst/>
        </p:spPr>
        <p:txBody>
          <a:bodyPr wrap="none" lIns="44547" tIns="22273" rIns="44547" bIns="22273" anchor="ctr"/>
          <a:lstStyle/>
          <a:p>
            <a:pPr>
              <a:defRPr/>
            </a:pPr>
            <a:endParaRPr lang="en-US" sz="2818" dirty="0"/>
          </a:p>
        </p:txBody>
      </p:sp>
      <p:sp>
        <p:nvSpPr>
          <p:cNvPr id="9" name="Rectangle 9"/>
          <p:cNvSpPr>
            <a:spLocks noChangeArrowheads="1"/>
          </p:cNvSpPr>
          <p:nvPr/>
        </p:nvSpPr>
        <p:spPr bwMode="auto">
          <a:xfrm>
            <a:off x="1" y="3121540"/>
            <a:ext cx="30275213" cy="98998"/>
          </a:xfrm>
          <a:prstGeom prst="rect">
            <a:avLst/>
          </a:prstGeom>
          <a:solidFill>
            <a:schemeClr val="accent5">
              <a:lumMod val="50000"/>
            </a:schemeClr>
          </a:solidFill>
          <a:ln w="152400">
            <a:noFill/>
            <a:miter lim="800000"/>
            <a:headEnd/>
            <a:tailEnd/>
          </a:ln>
          <a:effectLst/>
        </p:spPr>
        <p:txBody>
          <a:bodyPr wrap="none" lIns="44547" tIns="22273" rIns="44547" bIns="22273" anchor="ctr"/>
          <a:lstStyle/>
          <a:p>
            <a:pPr>
              <a:defRPr/>
            </a:pPr>
            <a:endParaRPr lang="en-US" sz="2818" dirty="0"/>
          </a:p>
        </p:txBody>
      </p:sp>
      <p:sp>
        <p:nvSpPr>
          <p:cNvPr id="21" name="Rounded Rectangle 20"/>
          <p:cNvSpPr/>
          <p:nvPr userDrawn="1"/>
        </p:nvSpPr>
        <p:spPr>
          <a:xfrm>
            <a:off x="636209" y="3415440"/>
            <a:ext cx="6932595" cy="17368008"/>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2" name="Rounded Rectangle 21"/>
          <p:cNvSpPr/>
          <p:nvPr userDrawn="1"/>
        </p:nvSpPr>
        <p:spPr>
          <a:xfrm>
            <a:off x="22706411" y="3415440"/>
            <a:ext cx="6932595" cy="17368008"/>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sp>
        <p:nvSpPr>
          <p:cNvPr id="23" name="Rounded Rectangle 22"/>
          <p:cNvSpPr/>
          <p:nvPr userDrawn="1"/>
        </p:nvSpPr>
        <p:spPr>
          <a:xfrm>
            <a:off x="7989840" y="3421628"/>
            <a:ext cx="14295534" cy="17368008"/>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grpSp>
        <p:nvGrpSpPr>
          <p:cNvPr id="43" name="Group 42"/>
          <p:cNvGrpSpPr/>
          <p:nvPr userDrawn="1"/>
        </p:nvGrpSpPr>
        <p:grpSpPr>
          <a:xfrm>
            <a:off x="30459135" y="-35769"/>
            <a:ext cx="7630428" cy="2141939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1949" b="1" spc="292" dirty="0">
                  <a:solidFill>
                    <a:schemeClr val="bg1"/>
                  </a:solidFill>
                  <a:latin typeface="Trebuchet MS" pitchFamily="34" charset="0"/>
                </a:rPr>
                <a:t>QUICK START (cont.)</a:t>
              </a:r>
            </a:p>
            <a:p>
              <a:pPr algn="ctr"/>
              <a:endParaRPr lang="en-US" sz="1754" b="1"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How to change the template color theme</a:t>
              </a:r>
            </a:p>
            <a:p>
              <a:pPr marL="0" marR="0" lvl="2" indent="0" algn="l" defTabSz="55687" rtl="0" eaLnBrk="1" fontAlgn="auto" latinLnBrk="0" hangingPunct="1">
                <a:lnSpc>
                  <a:spcPct val="100000"/>
                </a:lnSpc>
                <a:spcBef>
                  <a:spcPts val="0"/>
                </a:spcBef>
                <a:spcAft>
                  <a:spcPts val="0"/>
                </a:spcAft>
                <a:buClrTx/>
                <a:buSzTx/>
                <a:buFontTx/>
                <a:buNone/>
                <a:tabLst/>
                <a:defRPr/>
              </a:pPr>
              <a:r>
                <a:rPr lang="en-US" sz="1169"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1169" b="0" spc="0" baseline="0" dirty="0">
                  <a:solidFill>
                    <a:schemeClr val="bg1">
                      <a:lumMod val="75000"/>
                    </a:schemeClr>
                  </a:solidFill>
                  <a:latin typeface="Trebuchet MS" pitchFamily="34" charset="0"/>
                </a:rPr>
                <a:t>also create your own color theme.</a:t>
              </a:r>
            </a:p>
            <a:p>
              <a:pPr marL="0" marR="0" lvl="2" indent="0" algn="l" defTabSz="55687" rtl="0" eaLnBrk="1" fontAlgn="auto" latinLnBrk="0" hangingPunct="1">
                <a:lnSpc>
                  <a:spcPct val="100000"/>
                </a:lnSpc>
                <a:spcBef>
                  <a:spcPts val="0"/>
                </a:spcBef>
                <a:spcAft>
                  <a:spcPts val="0"/>
                </a:spcAft>
                <a:buClrTx/>
                <a:buSzTx/>
                <a:buFontTx/>
                <a:buNone/>
                <a:tabLst/>
                <a:defRPr/>
              </a:pPr>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endParaRPr lang="en-US" sz="1169" b="0" baseline="0" dirty="0">
                <a:solidFill>
                  <a:schemeClr val="bg1">
                    <a:lumMod val="75000"/>
                  </a:schemeClr>
                </a:solidFill>
                <a:latin typeface="Trebuchet MS" pitchFamily="34" charset="0"/>
              </a:endParaRPr>
            </a:p>
            <a:p>
              <a:pPr marL="0" indent="0" algn="l" defTabSz="55687"/>
              <a:r>
                <a:rPr lang="en-US" sz="1169"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55687"/>
              <a:endParaRPr lang="en-US" sz="1169" b="0" baseline="0" dirty="0">
                <a:solidFill>
                  <a:schemeClr val="bg1">
                    <a:lumMod val="75000"/>
                  </a:schemeClr>
                </a:solidFill>
                <a:latin typeface="Trebuchet MS" pitchFamily="34" charset="0"/>
              </a:endParaRPr>
            </a:p>
            <a:p>
              <a:pPr algn="ctr"/>
              <a:r>
                <a:rPr lang="en-US" sz="1559" b="1" baseline="0" dirty="0">
                  <a:solidFill>
                    <a:srgbClr val="FFC000"/>
                  </a:solidFill>
                  <a:latin typeface="Trebuchet MS" pitchFamily="34" charset="0"/>
                </a:rPr>
                <a:t>How to add Text</a:t>
              </a:r>
            </a:p>
            <a:p>
              <a:pPr marL="1590946" lvl="2" indent="0" algn="l" defTabSz="55687"/>
              <a:r>
                <a:rPr lang="en-US" sz="1169"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739736" lvl="2" indent="0" algn="l" defTabSz="55687"/>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lang="en-US" sz="1169" b="0" baseline="0" dirty="0">
                  <a:solidFill>
                    <a:schemeClr val="bg1">
                      <a:lumMod val="75000"/>
                    </a:schemeClr>
                  </a:solidFill>
                  <a:latin typeface="Trebuchet MS" pitchFamily="34" charset="0"/>
                </a:rPr>
                <a:t> </a:t>
              </a:r>
              <a:r>
                <a:rPr kumimoji="0" lang="en-US" sz="1559"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1169" b="0" baseline="0" dirty="0">
                <a:solidFill>
                  <a:schemeClr val="bg1">
                    <a:lumMod val="75000"/>
                  </a:schemeClr>
                </a:solidFill>
                <a:latin typeface="Trebuchet MS" pitchFamily="34" charset="0"/>
              </a:endParaRPr>
            </a:p>
            <a:p>
              <a:pPr marL="739736" lvl="2" indent="0" algn="l" defTabSz="55687"/>
              <a:endParaRPr lang="en-US" sz="1169" b="0" baseline="0" dirty="0">
                <a:solidFill>
                  <a:schemeClr val="bg1">
                    <a:lumMod val="75000"/>
                  </a:schemeClr>
                </a:solidFill>
                <a:latin typeface="Trebuchet MS" pitchFamily="34" charset="0"/>
              </a:endParaRPr>
            </a:p>
            <a:p>
              <a:pPr algn="ctr"/>
              <a:r>
                <a:rPr lang="en-US" sz="1559" b="1" baseline="0" dirty="0">
                  <a:solidFill>
                    <a:srgbClr val="FFC000"/>
                  </a:solidFill>
                  <a:latin typeface="Trebuchet MS" pitchFamily="34" charset="0"/>
                </a:rPr>
                <a:t>How to add Tables</a:t>
              </a:r>
            </a:p>
            <a:p>
              <a:pPr marL="843039" lvl="1" indent="0" algn="l" defTabSz="55687"/>
              <a:r>
                <a:rPr lang="en-US" sz="1169" b="0" baseline="0" dirty="0">
                  <a:solidFill>
                    <a:schemeClr val="bg1">
                      <a:lumMod val="75000"/>
                    </a:schemeClr>
                  </a:solidFill>
                  <a:latin typeface="Trebuchet MS" pitchFamily="34" charset="0"/>
                </a:rPr>
                <a:t>To add a table from scratch go to the INSERT menu and </a:t>
              </a:r>
              <a:br>
                <a:rPr lang="en-US" sz="1169" b="0" baseline="0" dirty="0">
                  <a:solidFill>
                    <a:schemeClr val="bg1">
                      <a:lumMod val="75000"/>
                    </a:schemeClr>
                  </a:solidFill>
                  <a:latin typeface="Trebuchet MS" pitchFamily="34" charset="0"/>
                </a:rPr>
              </a:br>
              <a:r>
                <a:rPr lang="en-US" sz="1169" b="0" baseline="0" dirty="0">
                  <a:solidFill>
                    <a:schemeClr val="bg1">
                      <a:lumMod val="75000"/>
                    </a:schemeClr>
                  </a:solidFill>
                  <a:latin typeface="Trebuchet MS" pitchFamily="34" charset="0"/>
                </a:rPr>
                <a:t>click on TABLE. A drop-down box will help you select rows and columns. </a:t>
              </a:r>
            </a:p>
            <a:p>
              <a:pPr marL="0" lvl="0" indent="0" algn="l" defTabSz="55687"/>
              <a:r>
                <a:rPr lang="en-US" sz="1169"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55687"/>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169"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739736" rtl="0" eaLnBrk="1" fontAlgn="auto" latinLnBrk="0" hangingPunct="1">
                <a:lnSpc>
                  <a:spcPct val="100000"/>
                </a:lnSpc>
                <a:spcBef>
                  <a:spcPts val="0"/>
                </a:spcBef>
                <a:spcAft>
                  <a:spcPts val="0"/>
                </a:spcAft>
                <a:buClrTx/>
                <a:buSzTx/>
                <a:buFontTx/>
                <a:buNone/>
                <a:tabLst/>
                <a:defRPr/>
              </a:pPr>
              <a:endParaRPr kumimoji="0" lang="en-US" sz="1559"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169"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55687" rtl="0" eaLnBrk="1" fontAlgn="auto" latinLnBrk="0" hangingPunct="1">
                <a:lnSpc>
                  <a:spcPct val="100000"/>
                </a:lnSpc>
                <a:spcBef>
                  <a:spcPts val="0"/>
                </a:spcBef>
                <a:spcAft>
                  <a:spcPts val="0"/>
                </a:spcAft>
                <a:buClrTx/>
                <a:buSzTx/>
                <a:buFontTx/>
                <a:buNone/>
                <a:tabLst/>
                <a:defRPr/>
              </a:pPr>
              <a:endParaRPr lang="en-US" sz="1169" b="0" baseline="0" dirty="0">
                <a:solidFill>
                  <a:schemeClr val="bg1">
                    <a:lumMod val="75000"/>
                  </a:schemeClr>
                </a:solidFill>
                <a:latin typeface="Trebuchet MS" pitchFamily="34" charset="0"/>
              </a:endParaRPr>
            </a:p>
            <a:p>
              <a:pPr marL="0" marR="0" lvl="0" indent="0" algn="ctr" defTabSz="739736" rtl="0" eaLnBrk="1" fontAlgn="auto" latinLnBrk="0" hangingPunct="1">
                <a:lnSpc>
                  <a:spcPct val="100000"/>
                </a:lnSpc>
                <a:spcBef>
                  <a:spcPts val="0"/>
                </a:spcBef>
                <a:spcAft>
                  <a:spcPts val="0"/>
                </a:spcAft>
                <a:buClrTx/>
                <a:buSzTx/>
                <a:buFontTx/>
                <a:buNone/>
                <a:tabLst/>
                <a:defRPr/>
              </a:pPr>
              <a:r>
                <a:rPr kumimoji="0" lang="en-US" sz="1559"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55687" rtl="0" eaLnBrk="1" fontAlgn="auto" latinLnBrk="0" hangingPunct="1">
                <a:lnSpc>
                  <a:spcPct val="100000"/>
                </a:lnSpc>
                <a:spcBef>
                  <a:spcPts val="0"/>
                </a:spcBef>
                <a:spcAft>
                  <a:spcPts val="0"/>
                </a:spcAft>
                <a:buClrTx/>
                <a:buSzTx/>
                <a:buFontTx/>
                <a:buNone/>
                <a:tabLst/>
                <a:defRPr/>
              </a:pPr>
              <a:r>
                <a:rPr kumimoji="0" lang="en-US" sz="1169"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55687" rtl="0" eaLnBrk="1" fontAlgn="auto" latinLnBrk="0" hangingPunct="1">
                <a:lnSpc>
                  <a:spcPct val="100000"/>
                </a:lnSpc>
                <a:spcBef>
                  <a:spcPts val="0"/>
                </a:spcBef>
                <a:spcAft>
                  <a:spcPts val="0"/>
                </a:spcAft>
                <a:buClrTx/>
                <a:buSzTx/>
                <a:buFontTx/>
                <a:buNone/>
                <a:tabLst/>
                <a:defRPr/>
              </a:pPr>
              <a:endParaRPr kumimoji="0" lang="en-US" sz="1364"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18"/>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599843"/>
              </a:xfrm>
              <a:prstGeom prst="rect">
                <a:avLst/>
              </a:prstGeom>
              <a:noFill/>
              <a:ln>
                <a:noFill/>
              </a:ln>
            </p:spPr>
            <p:txBody>
              <a:bodyPr wrap="square" rtlCol="0">
                <a:spAutoFit/>
              </a:bodyPr>
              <a:lstStyle/>
              <a:p>
                <a:r>
                  <a:rPr lang="en-US" sz="1169" dirty="0">
                    <a:solidFill>
                      <a:schemeClr val="tx2"/>
                    </a:solidFill>
                    <a:latin typeface="Trebuchet MS" pitchFamily="34" charset="0"/>
                  </a:rPr>
                  <a:t>Student</a:t>
                </a:r>
                <a:r>
                  <a:rPr lang="en-US" sz="1169" baseline="0" dirty="0">
                    <a:solidFill>
                      <a:schemeClr val="tx2"/>
                    </a:solidFill>
                    <a:latin typeface="Trebuchet MS" pitchFamily="34" charset="0"/>
                  </a:rPr>
                  <a:t> discounts are available on our </a:t>
                </a:r>
                <a:r>
                  <a:rPr lang="en-US" sz="1169" baseline="0" dirty="0" err="1">
                    <a:solidFill>
                      <a:schemeClr val="tx2"/>
                    </a:solidFill>
                    <a:latin typeface="Trebuchet MS" pitchFamily="34" charset="0"/>
                  </a:rPr>
                  <a:t>Facebook</a:t>
                </a:r>
                <a:r>
                  <a:rPr lang="en-US" sz="1169" baseline="0" dirty="0">
                    <a:solidFill>
                      <a:schemeClr val="tx2"/>
                    </a:solidFill>
                    <a:latin typeface="Trebuchet MS" pitchFamily="34" charset="0"/>
                  </a:rPr>
                  <a:t> page.</a:t>
                </a:r>
                <a:br>
                  <a:rPr lang="en-US" sz="1169" baseline="0" dirty="0">
                    <a:solidFill>
                      <a:schemeClr val="tx2"/>
                    </a:solidFill>
                    <a:latin typeface="Trebuchet MS" pitchFamily="34" charset="0"/>
                  </a:rPr>
                </a:br>
                <a:r>
                  <a:rPr lang="en-US" sz="1169" baseline="0" dirty="0">
                    <a:solidFill>
                      <a:schemeClr val="tx2"/>
                    </a:solidFill>
                    <a:latin typeface="Trebuchet MS" pitchFamily="34" charset="0"/>
                  </a:rPr>
                  <a:t>Go to </a:t>
                </a:r>
                <a:r>
                  <a:rPr lang="en-US" sz="1169" u="sng" baseline="0" dirty="0">
                    <a:solidFill>
                      <a:schemeClr val="tx2"/>
                    </a:solidFill>
                    <a:latin typeface="Trebuchet MS" pitchFamily="34" charset="0"/>
                  </a:rPr>
                  <a:t>PosterPresentations.com</a:t>
                </a:r>
                <a:r>
                  <a:rPr lang="en-US" sz="1169" baseline="0" dirty="0">
                    <a:solidFill>
                      <a:schemeClr val="tx2"/>
                    </a:solidFill>
                    <a:latin typeface="Trebuchet MS" pitchFamily="34" charset="0"/>
                  </a:rPr>
                  <a:t> and click on the FB icon. </a:t>
                </a:r>
                <a:endParaRPr lang="en-US" sz="1169" dirty="0">
                  <a:solidFill>
                    <a:schemeClr val="tx2"/>
                  </a:solidFill>
                  <a:latin typeface="Trebuchet MS" pitchFamily="34" charset="0"/>
                </a:endParaRPr>
              </a:p>
            </p:txBody>
          </p:sp>
        </p:grpSp>
        <p:sp>
          <p:nvSpPr>
            <p:cNvPr id="49" name="TextBox 48"/>
            <p:cNvSpPr txBox="1"/>
            <p:nvPr userDrawn="1"/>
          </p:nvSpPr>
          <p:spPr>
            <a:xfrm>
              <a:off x="44262807" y="31169781"/>
              <a:ext cx="6870216" cy="1128071"/>
            </a:xfrm>
            <a:prstGeom prst="rect">
              <a:avLst/>
            </a:prstGeom>
            <a:noFill/>
          </p:spPr>
          <p:txBody>
            <a:bodyPr wrap="square" lIns="65304" tIns="32651" rIns="65304" bIns="32651" rtlCol="0">
              <a:spAutoFit/>
            </a:bodyPr>
            <a:lstStyle/>
            <a:p>
              <a:pPr>
                <a:lnSpc>
                  <a:spcPts val="1267"/>
                </a:lnSpc>
              </a:pPr>
              <a:r>
                <a:rPr lang="en-US" sz="1364" dirty="0">
                  <a:solidFill>
                    <a:schemeClr val="bg1"/>
                  </a:solidFill>
                </a:rPr>
                <a:t>© 2015</a:t>
              </a:r>
              <a:r>
                <a:rPr lang="en-US" sz="1364" baseline="0" dirty="0">
                  <a:solidFill>
                    <a:schemeClr val="bg1"/>
                  </a:solidFill>
                </a:rPr>
                <a:t> </a:t>
              </a:r>
              <a:r>
                <a:rPr lang="en-US" sz="1364" dirty="0">
                  <a:solidFill>
                    <a:schemeClr val="bg1"/>
                  </a:solidFill>
                </a:rPr>
                <a:t>PosterPresentations.com</a:t>
              </a:r>
              <a:br>
                <a:rPr lang="en-US" sz="1364" dirty="0">
                  <a:solidFill>
                    <a:schemeClr val="bg1"/>
                  </a:solidFill>
                </a:rPr>
              </a:br>
              <a:r>
                <a:rPr lang="en-US" sz="1364" dirty="0">
                  <a:solidFill>
                    <a:schemeClr val="bg1"/>
                  </a:solidFill>
                </a:rPr>
                <a:t>    </a:t>
              </a:r>
              <a:r>
                <a:rPr lang="en-US" sz="1169" dirty="0">
                  <a:solidFill>
                    <a:schemeClr val="bg1"/>
                  </a:solidFill>
                </a:rPr>
                <a:t>2117 Fourth Street ,</a:t>
              </a:r>
              <a:r>
                <a:rPr lang="en-US" sz="1169" baseline="0" dirty="0">
                  <a:solidFill>
                    <a:schemeClr val="bg1"/>
                  </a:solidFill>
                </a:rPr>
                <a:t> Unit C        </a:t>
              </a:r>
            </a:p>
            <a:p>
              <a:pPr>
                <a:lnSpc>
                  <a:spcPts val="1267"/>
                </a:lnSpc>
              </a:pPr>
              <a:r>
                <a:rPr lang="en-US" sz="1169" baseline="0" dirty="0">
                  <a:solidFill>
                    <a:schemeClr val="bg1"/>
                  </a:solidFill>
                </a:rPr>
                <a:t>     Berkeley CA </a:t>
              </a:r>
              <a:r>
                <a:rPr lang="en-US" sz="974" baseline="0" dirty="0">
                  <a:solidFill>
                    <a:schemeClr val="bg1"/>
                  </a:solidFill>
                </a:rPr>
                <a:t>94710</a:t>
              </a:r>
              <a:br>
                <a:rPr lang="en-US" sz="1169" baseline="0" dirty="0">
                  <a:solidFill>
                    <a:schemeClr val="bg1"/>
                  </a:solidFill>
                </a:rPr>
              </a:br>
              <a:r>
                <a:rPr lang="en-US" sz="1169" baseline="0" dirty="0">
                  <a:solidFill>
                    <a:schemeClr val="bg1"/>
                  </a:solidFill>
                </a:rPr>
                <a:t>    </a:t>
              </a:r>
              <a:r>
                <a:rPr lang="en-US" sz="1169" b="1" baseline="0" dirty="0">
                  <a:solidFill>
                    <a:srgbClr val="FFFF00"/>
                  </a:solidFill>
                </a:rPr>
                <a:t>posterpresenter@gmail.com</a:t>
              </a:r>
              <a:endParaRPr lang="en-US" sz="1364" b="1" dirty="0">
                <a:solidFill>
                  <a:srgbClr val="FFFF00"/>
                </a:solidFill>
              </a:endParaRPr>
            </a:p>
          </p:txBody>
        </p:sp>
      </p:grpSp>
      <p:grpSp>
        <p:nvGrpSpPr>
          <p:cNvPr id="53" name="Group 52"/>
          <p:cNvGrpSpPr/>
          <p:nvPr userDrawn="1"/>
        </p:nvGrpSpPr>
        <p:grpSpPr>
          <a:xfrm>
            <a:off x="-7742895" y="-1"/>
            <a:ext cx="7600578" cy="21383626"/>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739736" rtl="0" eaLnBrk="1" fontAlgn="auto" latinLnBrk="0" hangingPunct="1">
                <a:lnSpc>
                  <a:spcPct val="100000"/>
                </a:lnSpc>
                <a:spcBef>
                  <a:spcPts val="0"/>
                </a:spcBef>
                <a:spcAft>
                  <a:spcPts val="0"/>
                </a:spcAft>
                <a:buClrTx/>
                <a:buSzTx/>
                <a:buFontTx/>
                <a:buNone/>
                <a:tabLst/>
                <a:defRPr/>
              </a:pPr>
              <a:r>
                <a:rPr lang="en-US" sz="1559" b="1" spc="0" dirty="0">
                  <a:solidFill>
                    <a:srgbClr val="FF0000"/>
                  </a:solidFill>
                  <a:latin typeface="Trebuchet MS" pitchFamily="34" charset="0"/>
                </a:rPr>
                <a:t>(—THIS SIDEBAR DOES NOT PRINT—)</a:t>
              </a:r>
              <a:endParaRPr lang="en-US" sz="1559" b="1" spc="292" dirty="0">
                <a:solidFill>
                  <a:schemeClr val="bg1"/>
                </a:solidFill>
                <a:latin typeface="Trebuchet MS" pitchFamily="34" charset="0"/>
              </a:endParaRPr>
            </a:p>
            <a:p>
              <a:pPr algn="ctr"/>
              <a:r>
                <a:rPr lang="en-US" sz="1949" b="1" spc="292" dirty="0">
                  <a:solidFill>
                    <a:schemeClr val="bg1"/>
                  </a:solidFill>
                  <a:latin typeface="Trebuchet MS" pitchFamily="34" charset="0"/>
                </a:rPr>
                <a:t>DESIGN</a:t>
              </a:r>
              <a:r>
                <a:rPr lang="en-US" sz="1949" b="1" spc="292" baseline="0" dirty="0">
                  <a:solidFill>
                    <a:schemeClr val="bg1"/>
                  </a:solidFill>
                  <a:latin typeface="Trebuchet MS" pitchFamily="34" charset="0"/>
                </a:rPr>
                <a:t> </a:t>
              </a:r>
              <a:r>
                <a:rPr lang="en-US" sz="1949" b="1" spc="292" dirty="0">
                  <a:solidFill>
                    <a:schemeClr val="bg1"/>
                  </a:solidFill>
                  <a:latin typeface="Trebuchet MS" pitchFamily="34" charset="0"/>
                </a:rPr>
                <a:t>GUIDE</a:t>
              </a:r>
            </a:p>
            <a:p>
              <a:pPr algn="ctr"/>
              <a:endParaRPr lang="en-US" sz="1364" b="1" dirty="0">
                <a:latin typeface="Trebuchet MS" pitchFamily="34" charset="0"/>
              </a:endParaRPr>
            </a:p>
            <a:p>
              <a:pPr defTabSz="1834619"/>
              <a:r>
                <a:rPr lang="en-US" sz="1364" i="0" dirty="0">
                  <a:latin typeface="Trebuchet MS" pitchFamily="34" charset="0"/>
                </a:rPr>
                <a:t>This PowerPoint</a:t>
              </a:r>
              <a:r>
                <a:rPr lang="en-US" sz="1364" i="0" baseline="0" dirty="0">
                  <a:latin typeface="Trebuchet MS" pitchFamily="34" charset="0"/>
                </a:rPr>
                <a:t> </a:t>
              </a:r>
              <a:r>
                <a:rPr lang="en-US" sz="1364" i="0" dirty="0">
                  <a:latin typeface="Trebuchet MS" pitchFamily="34" charset="0"/>
                </a:rPr>
                <a:t>2007 template produces</a:t>
              </a:r>
              <a:r>
                <a:rPr lang="en-US" sz="1364" i="0" baseline="0" dirty="0">
                  <a:latin typeface="Trebuchet MS" pitchFamily="34" charset="0"/>
                </a:rPr>
                <a:t> </a:t>
              </a:r>
              <a:r>
                <a:rPr lang="en-US" sz="1364" i="0" dirty="0">
                  <a:latin typeface="Trebuchet MS" pitchFamily="34" charset="0"/>
                </a:rPr>
                <a:t>a 36”x48” presentation poster. </a:t>
              </a:r>
              <a:r>
                <a:rPr lang="en-US" sz="1364" dirty="0">
                  <a:latin typeface="Trebuchet MS" pitchFamily="34" charset="0"/>
                </a:rPr>
                <a:t>You</a:t>
              </a:r>
              <a:r>
                <a:rPr lang="en-US" sz="1364" baseline="0" dirty="0">
                  <a:latin typeface="Trebuchet MS" pitchFamily="34" charset="0"/>
                </a:rPr>
                <a:t> can u</a:t>
              </a:r>
              <a:r>
                <a:rPr lang="en-US" sz="1364" dirty="0">
                  <a:latin typeface="Trebuchet MS" pitchFamily="34" charset="0"/>
                </a:rPr>
                <a:t>se</a:t>
              </a:r>
              <a:r>
                <a:rPr lang="en-US" sz="1364" baseline="0" dirty="0">
                  <a:latin typeface="Trebuchet MS" pitchFamily="34" charset="0"/>
                </a:rPr>
                <a:t> it to create your research poster and </a:t>
              </a:r>
              <a:r>
                <a:rPr lang="en-US" sz="1364" dirty="0">
                  <a:latin typeface="Trebuchet MS" pitchFamily="34" charset="0"/>
                </a:rPr>
                <a:t>save valuable time placing titles, subtitles,</a:t>
              </a:r>
              <a:r>
                <a:rPr lang="en-US" sz="1364" baseline="0" dirty="0">
                  <a:latin typeface="Trebuchet MS" pitchFamily="34" charset="0"/>
                </a:rPr>
                <a:t> text, and graphics</a:t>
              </a:r>
              <a:r>
                <a:rPr lang="en-US" sz="1364" dirty="0">
                  <a:latin typeface="Trebuchet MS" pitchFamily="34" charset="0"/>
                </a:rPr>
                <a:t>. </a:t>
              </a:r>
            </a:p>
            <a:p>
              <a:pPr defTabSz="1834619"/>
              <a:endParaRPr lang="en-US" sz="1364" dirty="0">
                <a:latin typeface="Trebuchet MS" pitchFamily="34" charset="0"/>
              </a:endParaRPr>
            </a:p>
            <a:p>
              <a:pPr defTabSz="2138427"/>
              <a:r>
                <a:rPr lang="en-US" sz="1364" dirty="0">
                  <a:latin typeface="Trebuchet MS" pitchFamily="34" charset="0"/>
                </a:rPr>
                <a:t>We provide a series of online tutorials that will guide you through the poster design process and answer your poster production questions. To view our template tutorials, go online to </a:t>
              </a:r>
              <a:r>
                <a:rPr lang="en-US" sz="1364" b="1" dirty="0">
                  <a:solidFill>
                    <a:srgbClr val="FFC000"/>
                  </a:solidFill>
                  <a:latin typeface="Trebuchet MS" pitchFamily="34" charset="0"/>
                </a:rPr>
                <a:t>PosterPresentations.com</a:t>
              </a:r>
              <a:r>
                <a:rPr lang="en-US" sz="1364" b="1" dirty="0">
                  <a:solidFill>
                    <a:schemeClr val="bg1"/>
                  </a:solidFill>
                  <a:latin typeface="Trebuchet MS" pitchFamily="34" charset="0"/>
                </a:rPr>
                <a:t> </a:t>
              </a:r>
              <a:r>
                <a:rPr lang="en-US" sz="1364" dirty="0">
                  <a:solidFill>
                    <a:schemeClr val="bg1"/>
                  </a:solidFill>
                  <a:latin typeface="Trebuchet MS" pitchFamily="34" charset="0"/>
                </a:rPr>
                <a:t>and click on HELP DESK.</a:t>
              </a:r>
            </a:p>
            <a:p>
              <a:pPr defTabSz="2138427"/>
              <a:endParaRPr lang="en-US" sz="1364" dirty="0">
                <a:latin typeface="Trebuchet MS" pitchFamily="34" charset="0"/>
              </a:endParaRPr>
            </a:p>
            <a:p>
              <a:pPr defTabSz="2138427"/>
              <a:r>
                <a:rPr lang="en-US" sz="1364" dirty="0">
                  <a:solidFill>
                    <a:schemeClr val="bg1"/>
                  </a:solidFill>
                  <a:latin typeface="Trebuchet MS" pitchFamily="34" charset="0"/>
                </a:rPr>
                <a:t>When</a:t>
              </a:r>
              <a:r>
                <a:rPr lang="en-US" sz="1364" baseline="0" dirty="0">
                  <a:solidFill>
                    <a:schemeClr val="bg1"/>
                  </a:solidFill>
                  <a:latin typeface="Trebuchet MS" pitchFamily="34" charset="0"/>
                </a:rPr>
                <a:t> you are ready to print your poster</a:t>
              </a:r>
              <a:r>
                <a:rPr lang="en-US" sz="1364" dirty="0">
                  <a:solidFill>
                    <a:schemeClr val="bg1"/>
                  </a:solidFill>
                  <a:latin typeface="Trebuchet MS" pitchFamily="34" charset="0"/>
                </a:rPr>
                <a:t>,</a:t>
              </a:r>
              <a:r>
                <a:rPr lang="en-US" sz="1364" baseline="0" dirty="0">
                  <a:solidFill>
                    <a:schemeClr val="bg1"/>
                  </a:solidFill>
                  <a:latin typeface="Trebuchet MS" pitchFamily="34" charset="0"/>
                </a:rPr>
                <a:t> go online to </a:t>
              </a:r>
              <a:r>
                <a:rPr lang="en-US" sz="1364" b="0" dirty="0">
                  <a:solidFill>
                    <a:schemeClr val="bg1"/>
                  </a:solidFill>
                  <a:latin typeface="Trebuchet MS" pitchFamily="34" charset="0"/>
                </a:rPr>
                <a:t>PosterPresentations.com</a:t>
              </a:r>
              <a:br>
                <a:rPr lang="en-US" sz="1364" dirty="0">
                  <a:solidFill>
                    <a:schemeClr val="bg1"/>
                  </a:solidFill>
                  <a:latin typeface="Trebuchet MS" pitchFamily="34" charset="0"/>
                </a:rPr>
              </a:br>
              <a:endParaRPr lang="en-US" sz="1364" dirty="0">
                <a:solidFill>
                  <a:schemeClr val="bg1"/>
                </a:solidFill>
                <a:latin typeface="Trebuchet MS" pitchFamily="34" charset="0"/>
              </a:endParaRPr>
            </a:p>
            <a:p>
              <a:pPr algn="l" defTabSz="1834619"/>
              <a:r>
                <a:rPr lang="en-US" sz="1364" b="0" dirty="0">
                  <a:solidFill>
                    <a:schemeClr val="bg1"/>
                  </a:solidFill>
                  <a:latin typeface="Trebuchet MS" pitchFamily="34" charset="0"/>
                </a:rPr>
                <a:t>Need</a:t>
              </a:r>
              <a:r>
                <a:rPr lang="en-US" sz="1364" b="0" baseline="0" dirty="0">
                  <a:solidFill>
                    <a:schemeClr val="bg1"/>
                  </a:solidFill>
                  <a:latin typeface="Trebuchet MS" pitchFamily="34" charset="0"/>
                </a:rPr>
                <a:t> assistance? Call us at </a:t>
              </a:r>
              <a:r>
                <a:rPr lang="en-US" sz="1364" b="0" dirty="0">
                  <a:solidFill>
                    <a:srgbClr val="FFC000"/>
                  </a:solidFill>
                  <a:latin typeface="Trebuchet MS" pitchFamily="34" charset="0"/>
                </a:rPr>
                <a:t>1.510.649.3001</a:t>
              </a:r>
            </a:p>
            <a:p>
              <a:pPr algn="l" defTabSz="1834619"/>
              <a:endParaRPr lang="en-US" sz="1754" b="1" dirty="0">
                <a:solidFill>
                  <a:srgbClr val="FFFF00"/>
                </a:solidFill>
                <a:latin typeface="Trebuchet MS" pitchFamily="34" charset="0"/>
              </a:endParaRPr>
            </a:p>
            <a:p>
              <a:pPr algn="ctr"/>
              <a:endParaRPr lang="en-US" sz="1169" b="1" dirty="0">
                <a:solidFill>
                  <a:schemeClr val="bg1"/>
                </a:solidFill>
                <a:latin typeface="Trebuchet MS" pitchFamily="34" charset="0"/>
              </a:endParaRPr>
            </a:p>
            <a:p>
              <a:pPr algn="ctr"/>
              <a:r>
                <a:rPr lang="en-US" sz="1949" b="1" spc="292" dirty="0">
                  <a:solidFill>
                    <a:schemeClr val="bg1"/>
                  </a:solidFill>
                  <a:latin typeface="Trebuchet MS" pitchFamily="34" charset="0"/>
                </a:rPr>
                <a:t>QUICK START</a:t>
              </a:r>
            </a:p>
            <a:p>
              <a:pPr algn="ctr"/>
              <a:endParaRPr lang="en-US" sz="1559" b="1"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Zoom in and out</a:t>
              </a:r>
            </a:p>
            <a:p>
              <a:pPr marL="921929" indent="-921929" algn="l" defTabSz="414558"/>
              <a:r>
                <a:rPr lang="en-US" sz="1169" b="0" baseline="0" dirty="0">
                  <a:solidFill>
                    <a:schemeClr val="bg1"/>
                  </a:solidFill>
                  <a:latin typeface="Trebuchet MS" pitchFamily="34" charset="0"/>
                </a:rPr>
                <a:t>	</a:t>
              </a:r>
              <a:r>
                <a:rPr lang="en-US" sz="1169" b="0" baseline="0" dirty="0">
                  <a:solidFill>
                    <a:schemeClr val="bg1">
                      <a:lumMod val="75000"/>
                    </a:schemeClr>
                  </a:solidFill>
                  <a:latin typeface="Trebuchet MS" pitchFamily="34" charset="0"/>
                </a:rPr>
                <a:t>As you work on your poster zoom in and out to the level that is more comfortable to you. </a:t>
              </a:r>
            </a:p>
            <a:p>
              <a:pPr marL="921929" indent="-921929" algn="l" defTabSz="414558"/>
              <a:r>
                <a:rPr lang="en-US" sz="1169" b="1" baseline="0" dirty="0">
                  <a:solidFill>
                    <a:schemeClr val="bg1">
                      <a:lumMod val="75000"/>
                    </a:schemeClr>
                  </a:solidFill>
                  <a:latin typeface="Trebuchet MS" pitchFamily="34" charset="0"/>
                </a:rPr>
                <a:t>	</a:t>
              </a:r>
              <a:r>
                <a:rPr lang="en-US" sz="1169" b="0" baseline="0" dirty="0">
                  <a:solidFill>
                    <a:schemeClr val="bg1">
                      <a:lumMod val="75000"/>
                    </a:schemeClr>
                  </a:solidFill>
                  <a:latin typeface="Trebuchet MS" pitchFamily="34" charset="0"/>
                </a:rPr>
                <a:t>Go to VIEW &gt; ZOOM.</a:t>
              </a:r>
            </a:p>
            <a:p>
              <a:pPr algn="l"/>
              <a:endParaRPr lang="en-US" sz="1364" b="0" baseline="0" dirty="0">
                <a:solidFill>
                  <a:schemeClr val="bg1"/>
                </a:solidFill>
                <a:latin typeface="Trebuchet MS" pitchFamily="34" charset="0"/>
              </a:endParaRPr>
            </a:p>
            <a:p>
              <a:pPr algn="ctr"/>
              <a:r>
                <a:rPr lang="en-US" sz="1559" b="1" baseline="0" dirty="0">
                  <a:solidFill>
                    <a:srgbClr val="FFC000"/>
                  </a:solidFill>
                  <a:latin typeface="Trebuchet MS" pitchFamily="34" charset="0"/>
                </a:rPr>
                <a:t>Title, Authors, and Affiliations</a:t>
              </a:r>
            </a:p>
            <a:p>
              <a:pPr algn="l"/>
              <a:r>
                <a:rPr lang="en-US" sz="1169" b="0" baseline="0" dirty="0">
                  <a:solidFill>
                    <a:schemeClr val="bg1">
                      <a:lumMod val="75000"/>
                    </a:schemeClr>
                  </a:solidFill>
                  <a:latin typeface="Trebuchet MS" pitchFamily="34" charset="0"/>
                </a:rPr>
                <a:t>Start designing your poster by adding the title, the names of the authors, and the affiliated institutions. </a:t>
              </a:r>
              <a:r>
                <a:rPr lang="en-US" sz="1169"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1169" b="0" spc="0" baseline="0" dirty="0">
                <a:solidFill>
                  <a:schemeClr val="bg1">
                    <a:lumMod val="75000"/>
                  </a:schemeClr>
                </a:solidFill>
                <a:latin typeface="Trebuchet MS" pitchFamily="34" charset="0"/>
              </a:endParaRPr>
            </a:p>
            <a:p>
              <a:pPr algn="l"/>
              <a:r>
                <a:rPr lang="en-US" sz="1169" b="1" spc="146" baseline="0" dirty="0">
                  <a:solidFill>
                    <a:srgbClr val="FFC000"/>
                  </a:solidFill>
                  <a:latin typeface="Trebuchet MS" pitchFamily="34" charset="0"/>
                </a:rPr>
                <a:t>TIP</a:t>
              </a:r>
              <a:r>
                <a:rPr lang="en-US" sz="1169" b="1" baseline="0" dirty="0">
                  <a:solidFill>
                    <a:srgbClr val="FFC000"/>
                  </a:solidFill>
                  <a:latin typeface="Trebuchet MS" pitchFamily="34" charset="0"/>
                </a:rPr>
                <a:t>: </a:t>
              </a:r>
              <a:r>
                <a:rPr lang="en-US" sz="1169" b="0" baseline="0" dirty="0">
                  <a:solidFill>
                    <a:schemeClr val="bg1">
                      <a:lumMod val="75000"/>
                    </a:schemeClr>
                  </a:solidFill>
                  <a:latin typeface="Trebuchet MS" pitchFamily="34" charset="0"/>
                </a:rPr>
                <a:t>The font size of your title should be bigger than your name(s) and institution name(s).</a:t>
              </a:r>
            </a:p>
            <a:p>
              <a:pPr algn="l"/>
              <a:br>
                <a:rPr lang="en-US" sz="1364" b="1" baseline="0" dirty="0">
                  <a:solidFill>
                    <a:schemeClr val="bg1"/>
                  </a:solidFill>
                  <a:latin typeface="Trebuchet MS" pitchFamily="34" charset="0"/>
                </a:rPr>
              </a:br>
              <a:endParaRPr lang="en-US" sz="1364" b="1" dirty="0">
                <a:solidFill>
                  <a:schemeClr val="bg1"/>
                </a:solidFill>
                <a:latin typeface="Trebuchet MS" pitchFamily="34" charset="0"/>
              </a:endParaRPr>
            </a:p>
            <a:p>
              <a:pPr algn="ctr"/>
              <a:endParaRPr lang="en-US" sz="1364" b="1" dirty="0">
                <a:solidFill>
                  <a:srgbClr val="FFC000"/>
                </a:solidFill>
                <a:latin typeface="Trebuchet MS" pitchFamily="34" charset="0"/>
              </a:endParaRPr>
            </a:p>
            <a:p>
              <a:pPr algn="ctr"/>
              <a:endParaRPr lang="en-US" sz="1364" b="1" dirty="0">
                <a:solidFill>
                  <a:srgbClr val="FFC000"/>
                </a:solidFill>
                <a:latin typeface="Trebuchet MS" pitchFamily="34" charset="0"/>
              </a:endParaRPr>
            </a:p>
            <a:p>
              <a:pPr algn="ctr"/>
              <a:r>
                <a:rPr lang="en-US" sz="1559" b="1" dirty="0">
                  <a:solidFill>
                    <a:srgbClr val="FFC000"/>
                  </a:solidFill>
                  <a:latin typeface="Trebuchet MS" pitchFamily="34" charset="0"/>
                </a:rPr>
                <a:t>Adding Logos</a:t>
              </a:r>
              <a:r>
                <a:rPr lang="en-US" sz="1559" b="1" baseline="0" dirty="0">
                  <a:solidFill>
                    <a:srgbClr val="FFC000"/>
                  </a:solidFill>
                  <a:latin typeface="Trebuchet MS" pitchFamily="34" charset="0"/>
                </a:rPr>
                <a:t> / Seals</a:t>
              </a:r>
            </a:p>
            <a:p>
              <a:pPr algn="l"/>
              <a:r>
                <a:rPr lang="en-US" sz="1169"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1169" b="0" spc="146" baseline="0" dirty="0">
                <a:solidFill>
                  <a:schemeClr val="bg1">
                    <a:lumMod val="75000"/>
                  </a:schemeClr>
                </a:solidFill>
                <a:latin typeface="Trebuchet MS" pitchFamily="34" charset="0"/>
              </a:endParaRPr>
            </a:p>
            <a:p>
              <a:pPr algn="l"/>
              <a:r>
                <a:rPr lang="en-US" sz="1169" b="1" spc="146" baseline="0" dirty="0">
                  <a:solidFill>
                    <a:srgbClr val="FFC000"/>
                  </a:solidFill>
                  <a:latin typeface="Trebuchet MS" pitchFamily="34" charset="0"/>
                </a:rPr>
                <a:t>TIP:</a:t>
              </a:r>
              <a:r>
                <a:rPr lang="en-US" sz="1169" b="1" spc="0" baseline="0" dirty="0">
                  <a:solidFill>
                    <a:srgbClr val="FFC000"/>
                  </a:solidFill>
                  <a:latin typeface="Trebuchet MS" pitchFamily="34" charset="0"/>
                </a:rPr>
                <a:t> </a:t>
              </a:r>
              <a:r>
                <a:rPr lang="en-US" sz="1169" b="0" baseline="0" dirty="0">
                  <a:solidFill>
                    <a:schemeClr val="bg1">
                      <a:lumMod val="75000"/>
                    </a:schemeClr>
                  </a:solidFill>
                  <a:latin typeface="Trebuchet MS" pitchFamily="34" charset="0"/>
                </a:rPr>
                <a:t>See if your school’s logo is available on our free poster templates page.</a:t>
              </a:r>
            </a:p>
            <a:p>
              <a:pPr algn="l"/>
              <a:endParaRPr lang="en-US" sz="1169" b="0" baseline="0" dirty="0">
                <a:latin typeface="Trebuchet MS" pitchFamily="34" charset="0"/>
              </a:endParaRPr>
            </a:p>
            <a:p>
              <a:pPr algn="ctr"/>
              <a:r>
                <a:rPr lang="en-US" sz="1559" b="1" baseline="0" dirty="0">
                  <a:solidFill>
                    <a:srgbClr val="FFC000"/>
                  </a:solidFill>
                  <a:latin typeface="Trebuchet MS" pitchFamily="34" charset="0"/>
                </a:rPr>
                <a:t>Photographs / Graphics</a:t>
              </a:r>
            </a:p>
            <a:p>
              <a:pPr algn="l" defTabSz="476433"/>
              <a:r>
                <a:rPr lang="en-US" sz="1169"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1169" b="0" spc="0" baseline="0" dirty="0">
                  <a:solidFill>
                    <a:schemeClr val="bg1">
                      <a:lumMod val="75000"/>
                    </a:schemeClr>
                  </a:solidFill>
                  <a:latin typeface="Trebuchet MS" pitchFamily="34" charset="0"/>
                </a:rPr>
                <a:t>disproportionally.</a:t>
              </a:r>
            </a:p>
            <a:p>
              <a:pPr algn="l" defTabSz="476433"/>
              <a:endParaRPr lang="en-US" sz="1169" b="0" baseline="0" dirty="0">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endParaRPr lang="en-US" sz="1364" b="1" baseline="0" dirty="0">
                <a:solidFill>
                  <a:srgbClr val="FFC000"/>
                </a:solidFill>
                <a:latin typeface="Trebuchet MS" pitchFamily="34" charset="0"/>
              </a:endParaRPr>
            </a:p>
            <a:p>
              <a:pPr algn="ctr"/>
              <a:r>
                <a:rPr lang="en-US" sz="1559" b="1" baseline="0" dirty="0">
                  <a:solidFill>
                    <a:srgbClr val="FFC000"/>
                  </a:solidFill>
                  <a:latin typeface="Trebuchet MS" pitchFamily="34" charset="0"/>
                </a:rPr>
                <a:t>Image Quality Check</a:t>
              </a:r>
            </a:p>
            <a:p>
              <a:pPr lvl="0" algn="l" defTabSz="476433"/>
              <a:r>
                <a:rPr lang="en-US" sz="1169" b="0" baseline="0" dirty="0">
                  <a:solidFill>
                    <a:schemeClr val="bg1">
                      <a:lumMod val="75000"/>
                    </a:schemeClr>
                  </a:solidFill>
                  <a:latin typeface="Trebuchet MS" pitchFamily="34" charset="0"/>
                </a:rPr>
                <a:t>Zoom in and look at your images at 100% magnification. If they look good they will print well. </a:t>
              </a:r>
              <a:endParaRPr lang="en-US" sz="1364"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1"/>
              <a:ext cx="7531182" cy="2308031"/>
              <a:chOff x="-4470427" y="11016658"/>
              <a:chExt cx="3470785" cy="1060408"/>
            </a:xfrm>
          </p:grpSpPr>
          <p:grpSp>
            <p:nvGrpSpPr>
              <p:cNvPr id="64" name="Group 63"/>
              <p:cNvGrpSpPr/>
              <p:nvPr userDrawn="1"/>
            </p:nvGrpSpPr>
            <p:grpSpPr>
              <a:xfrm>
                <a:off x="-2783495" y="11060885"/>
                <a:ext cx="624431" cy="911073"/>
                <a:chOff x="-3958697" y="11117435"/>
                <a:chExt cx="779338" cy="1305562"/>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308819"/>
                </a:xfrm>
                <a:prstGeom prst="rect">
                  <a:avLst/>
                </a:prstGeom>
                <a:solidFill>
                  <a:schemeClr val="accent1"/>
                </a:solidFill>
                <a:ln>
                  <a:noFill/>
                </a:ln>
              </p:spPr>
              <p:txBody>
                <a:bodyPr wrap="square" lIns="91440" tIns="91440" rIns="91440" bIns="91440" rtlCol="0">
                  <a:spAutoFit/>
                </a:bodyPr>
                <a:lstStyle/>
                <a:p>
                  <a:pPr algn="ctr"/>
                  <a:r>
                    <a:rPr lang="en-US" sz="780" b="1" dirty="0">
                      <a:solidFill>
                        <a:schemeClr val="tx1"/>
                      </a:solidFill>
                    </a:rPr>
                    <a:t>ORIGINAL</a:t>
                  </a:r>
                </a:p>
              </p:txBody>
            </p:sp>
          </p:grpSp>
          <p:grpSp>
            <p:nvGrpSpPr>
              <p:cNvPr id="65" name="Group 64"/>
              <p:cNvGrpSpPr/>
              <p:nvPr userDrawn="1"/>
            </p:nvGrpSpPr>
            <p:grpSpPr>
              <a:xfrm>
                <a:off x="-2033159" y="11060891"/>
                <a:ext cx="1033517" cy="914555"/>
                <a:chOff x="-2921738" y="11200127"/>
                <a:chExt cx="1420279" cy="1256798"/>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81507"/>
                </a:xfrm>
                <a:prstGeom prst="rect">
                  <a:avLst/>
                </a:prstGeom>
                <a:solidFill>
                  <a:srgbClr val="FF0000"/>
                </a:solidFill>
              </p:spPr>
              <p:txBody>
                <a:bodyPr wrap="square" lIns="457200" tIns="91440" rIns="457200" bIns="91440" rtlCol="0">
                  <a:spAutoFit/>
                </a:bodyPr>
                <a:lstStyle/>
                <a:p>
                  <a:pPr algn="ctr"/>
                  <a:r>
                    <a:rPr lang="en-US" sz="682" b="1" dirty="0">
                      <a:solidFill>
                        <a:schemeClr val="bg1"/>
                      </a:solidFill>
                    </a:rPr>
                    <a:t>DISTORTED</a:t>
                  </a:r>
                  <a:endParaRPr lang="en-US" sz="341"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411421"/>
              </a:xfrm>
              <a:prstGeom prst="rect">
                <a:avLst/>
              </a:prstGeom>
              <a:noFill/>
            </p:spPr>
            <p:txBody>
              <a:bodyPr wrap="square" lIns="457200" tIns="457200" rIns="457200" bIns="0" rtlCol="0">
                <a:spAutoFit/>
              </a:bodyPr>
              <a:lstStyle/>
              <a:p>
                <a:pPr algn="ctr"/>
                <a:r>
                  <a:rPr lang="en-US" sz="780" dirty="0">
                    <a:solidFill>
                      <a:schemeClr val="bg1"/>
                    </a:solidFill>
                  </a:rPr>
                  <a:t>Corner</a:t>
                </a:r>
                <a:r>
                  <a:rPr lang="en-US" sz="780" baseline="0" dirty="0">
                    <a:solidFill>
                      <a:schemeClr val="bg1"/>
                    </a:solidFill>
                  </a:rPr>
                  <a:t> handles</a:t>
                </a:r>
                <a:endParaRPr lang="en-US" sz="780" dirty="0">
                  <a:solidFill>
                    <a:schemeClr val="bg1"/>
                  </a:solidFill>
                </a:endParaRPr>
              </a:p>
            </p:txBody>
          </p:sp>
        </p:grpSp>
        <p:grpSp>
          <p:nvGrpSpPr>
            <p:cNvPr id="59" name="Group 58"/>
            <p:cNvGrpSpPr/>
            <p:nvPr userDrawn="1"/>
          </p:nvGrpSpPr>
          <p:grpSpPr>
            <a:xfrm>
              <a:off x="-10383454" y="27751410"/>
              <a:ext cx="9292334" cy="2453251"/>
              <a:chOff x="-4747927" y="12734136"/>
              <a:chExt cx="4282421"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21994"/>
                <a:ext cx="1117601" cy="141886"/>
              </a:xfrm>
              <a:prstGeom prst="rect">
                <a:avLst/>
              </a:prstGeom>
              <a:noFill/>
            </p:spPr>
            <p:txBody>
              <a:bodyPr wrap="square" lIns="91440" tIns="91440" rIns="91440" bIns="0" rtlCol="0">
                <a:spAutoFit/>
              </a:bodyPr>
              <a:lstStyle/>
              <a:p>
                <a:pPr algn="ctr"/>
                <a:r>
                  <a:rPr lang="en-US" sz="780" dirty="0">
                    <a:solidFill>
                      <a:srgbClr val="92D050"/>
                    </a:solidFill>
                  </a:rPr>
                  <a:t>Good</a:t>
                </a:r>
                <a:r>
                  <a:rPr lang="en-US" sz="780" baseline="0" dirty="0">
                    <a:solidFill>
                      <a:srgbClr val="92D050"/>
                    </a:solidFill>
                  </a:rPr>
                  <a:t> </a:t>
                </a:r>
                <a:r>
                  <a:rPr lang="en-US" sz="780" baseline="0" dirty="0">
                    <a:solidFill>
                      <a:schemeClr val="bg1"/>
                    </a:solidFill>
                  </a:rPr>
                  <a:t>printing quality</a:t>
                </a:r>
                <a:endParaRPr lang="en-US" sz="780" dirty="0">
                  <a:solidFill>
                    <a:schemeClr val="bg1"/>
                  </a:solidFill>
                </a:endParaRPr>
              </a:p>
            </p:txBody>
          </p:sp>
          <p:sp>
            <p:nvSpPr>
              <p:cNvPr id="63" name="TextBox 62"/>
              <p:cNvSpPr txBox="1"/>
              <p:nvPr userDrawn="1"/>
            </p:nvSpPr>
            <p:spPr>
              <a:xfrm rot="16200000">
                <a:off x="-1095250" y="13231521"/>
                <a:ext cx="1117601" cy="141886"/>
              </a:xfrm>
              <a:prstGeom prst="rect">
                <a:avLst/>
              </a:prstGeom>
              <a:noFill/>
            </p:spPr>
            <p:txBody>
              <a:bodyPr wrap="square" lIns="91440" tIns="91440" rIns="91440" bIns="0" rtlCol="0">
                <a:spAutoFit/>
              </a:bodyPr>
              <a:lstStyle/>
              <a:p>
                <a:pPr algn="ctr"/>
                <a:r>
                  <a:rPr lang="en-US" sz="780" dirty="0">
                    <a:solidFill>
                      <a:srgbClr val="FF0000"/>
                    </a:solidFill>
                  </a:rPr>
                  <a:t>Bad </a:t>
                </a:r>
                <a:r>
                  <a:rPr lang="en-US" sz="780" dirty="0">
                    <a:solidFill>
                      <a:schemeClr val="bg1"/>
                    </a:solidFill>
                  </a:rPr>
                  <a:t>printing quality</a:t>
                </a:r>
              </a:p>
            </p:txBody>
          </p:sp>
        </p:grpSp>
      </p:grpSp>
      <p:sp>
        <p:nvSpPr>
          <p:cNvPr id="38" name="Text Box 14"/>
          <p:cNvSpPr txBox="1">
            <a:spLocks noChangeArrowheads="1"/>
          </p:cNvSpPr>
          <p:nvPr userDrawn="1"/>
        </p:nvSpPr>
        <p:spPr bwMode="auto">
          <a:xfrm>
            <a:off x="1081094" y="20992133"/>
            <a:ext cx="1734518" cy="166396"/>
          </a:xfrm>
          <a:prstGeom prst="rect">
            <a:avLst/>
          </a:prstGeom>
          <a:noFill/>
          <a:ln w="9525">
            <a:noFill/>
            <a:miter lim="800000"/>
            <a:headEnd/>
            <a:tailEnd/>
          </a:ln>
          <a:effectLst/>
        </p:spPr>
        <p:txBody>
          <a:bodyPr lIns="44463" tIns="22227" rIns="44463" bIns="22227">
            <a:spAutoFit/>
          </a:bodyPr>
          <a:lstStyle/>
          <a:p>
            <a:pPr eaLnBrk="0" hangingPunct="0">
              <a:lnSpc>
                <a:spcPct val="65000"/>
              </a:lnSpc>
              <a:spcBef>
                <a:spcPct val="50000"/>
              </a:spcBef>
              <a:defRPr/>
            </a:pPr>
            <a:r>
              <a:rPr lang="en-US" sz="244"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536"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2138272" rtl="0" eaLnBrk="1" latinLnBrk="0" hangingPunct="1">
        <a:spcBef>
          <a:spcPct val="0"/>
        </a:spcBef>
        <a:buNone/>
        <a:defRPr sz="4287" kern="1200">
          <a:solidFill>
            <a:schemeClr val="bg1"/>
          </a:solidFill>
          <a:latin typeface="Trebuchet MS" pitchFamily="34" charset="0"/>
          <a:ea typeface="+mj-ea"/>
          <a:cs typeface="+mj-cs"/>
        </a:defRPr>
      </a:lvl1pPr>
    </p:titleStyle>
    <p:bodyStyle>
      <a:lvl1pPr marL="801852" indent="-801852" algn="l" defTabSz="2138272" rtl="0" eaLnBrk="1" latinLnBrk="0" hangingPunct="1">
        <a:spcBef>
          <a:spcPct val="20000"/>
        </a:spcBef>
        <a:buFont typeface="Arial" pitchFamily="34" charset="0"/>
        <a:buChar char="•"/>
        <a:defRPr sz="7503" kern="1200">
          <a:solidFill>
            <a:schemeClr val="tx1"/>
          </a:solidFill>
          <a:latin typeface="+mn-lt"/>
          <a:ea typeface="+mn-ea"/>
          <a:cs typeface="+mn-cs"/>
        </a:defRPr>
      </a:lvl1pPr>
      <a:lvl2pPr marL="1737346" indent="-668210" algn="l" defTabSz="2138272" rtl="0" eaLnBrk="1" latinLnBrk="0" hangingPunct="1">
        <a:spcBef>
          <a:spcPct val="20000"/>
        </a:spcBef>
        <a:buFont typeface="Arial" pitchFamily="34" charset="0"/>
        <a:buChar char="–"/>
        <a:defRPr sz="6577" kern="1200">
          <a:solidFill>
            <a:schemeClr val="tx1"/>
          </a:solidFill>
          <a:latin typeface="+mn-lt"/>
          <a:ea typeface="+mn-ea"/>
          <a:cs typeface="+mn-cs"/>
        </a:defRPr>
      </a:lvl2pPr>
      <a:lvl3pPr marL="2672841" indent="-534569" algn="l" defTabSz="2138272" rtl="0" eaLnBrk="1" latinLnBrk="0" hangingPunct="1">
        <a:spcBef>
          <a:spcPct val="20000"/>
        </a:spcBef>
        <a:buFont typeface="Arial" pitchFamily="34" charset="0"/>
        <a:buChar char="•"/>
        <a:defRPr sz="5652" kern="1200">
          <a:solidFill>
            <a:schemeClr val="tx1"/>
          </a:solidFill>
          <a:latin typeface="+mn-lt"/>
          <a:ea typeface="+mn-ea"/>
          <a:cs typeface="+mn-cs"/>
        </a:defRPr>
      </a:lvl3pPr>
      <a:lvl4pPr marL="3741977"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4pPr>
      <a:lvl5pPr marL="4811113"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5pPr>
      <a:lvl6pPr marL="5880249"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6pPr>
      <a:lvl7pPr marL="6949385"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7pPr>
      <a:lvl8pPr marL="8018521"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8pPr>
      <a:lvl9pPr marL="9087657" indent="-534569" algn="l" defTabSz="2138272" rtl="0" eaLnBrk="1" latinLnBrk="0" hangingPunct="1">
        <a:spcBef>
          <a:spcPct val="20000"/>
        </a:spcBef>
        <a:buFont typeface="Arial" pitchFamily="34" charset="0"/>
        <a:buChar char="•"/>
        <a:defRPr sz="4677" kern="1200">
          <a:solidFill>
            <a:schemeClr val="tx1"/>
          </a:solidFill>
          <a:latin typeface="+mn-lt"/>
          <a:ea typeface="+mn-ea"/>
          <a:cs typeface="+mn-cs"/>
        </a:defRPr>
      </a:lvl9pPr>
    </p:bodyStyle>
    <p:otherStyle>
      <a:defPPr>
        <a:defRPr lang="en-US"/>
      </a:defPPr>
      <a:lvl1pPr marL="0" algn="l" defTabSz="2138272" rtl="0" eaLnBrk="1" latinLnBrk="0" hangingPunct="1">
        <a:defRPr sz="4190" kern="1200">
          <a:solidFill>
            <a:schemeClr val="tx1"/>
          </a:solidFill>
          <a:latin typeface="+mn-lt"/>
          <a:ea typeface="+mn-ea"/>
          <a:cs typeface="+mn-cs"/>
        </a:defRPr>
      </a:lvl1pPr>
      <a:lvl2pPr marL="1069137" algn="l" defTabSz="2138272" rtl="0" eaLnBrk="1" latinLnBrk="0" hangingPunct="1">
        <a:defRPr sz="4190" kern="1200">
          <a:solidFill>
            <a:schemeClr val="tx1"/>
          </a:solidFill>
          <a:latin typeface="+mn-lt"/>
          <a:ea typeface="+mn-ea"/>
          <a:cs typeface="+mn-cs"/>
        </a:defRPr>
      </a:lvl2pPr>
      <a:lvl3pPr marL="2138272" algn="l" defTabSz="2138272" rtl="0" eaLnBrk="1" latinLnBrk="0" hangingPunct="1">
        <a:defRPr sz="4190" kern="1200">
          <a:solidFill>
            <a:schemeClr val="tx1"/>
          </a:solidFill>
          <a:latin typeface="+mn-lt"/>
          <a:ea typeface="+mn-ea"/>
          <a:cs typeface="+mn-cs"/>
        </a:defRPr>
      </a:lvl3pPr>
      <a:lvl4pPr marL="3207409" algn="l" defTabSz="2138272" rtl="0" eaLnBrk="1" latinLnBrk="0" hangingPunct="1">
        <a:defRPr sz="4190" kern="1200">
          <a:solidFill>
            <a:schemeClr val="tx1"/>
          </a:solidFill>
          <a:latin typeface="+mn-lt"/>
          <a:ea typeface="+mn-ea"/>
          <a:cs typeface="+mn-cs"/>
        </a:defRPr>
      </a:lvl4pPr>
      <a:lvl5pPr marL="4276545" algn="l" defTabSz="2138272" rtl="0" eaLnBrk="1" latinLnBrk="0" hangingPunct="1">
        <a:defRPr sz="4190" kern="1200">
          <a:solidFill>
            <a:schemeClr val="tx1"/>
          </a:solidFill>
          <a:latin typeface="+mn-lt"/>
          <a:ea typeface="+mn-ea"/>
          <a:cs typeface="+mn-cs"/>
        </a:defRPr>
      </a:lvl5pPr>
      <a:lvl6pPr marL="5345681" algn="l" defTabSz="2138272" rtl="0" eaLnBrk="1" latinLnBrk="0" hangingPunct="1">
        <a:defRPr sz="4190" kern="1200">
          <a:solidFill>
            <a:schemeClr val="tx1"/>
          </a:solidFill>
          <a:latin typeface="+mn-lt"/>
          <a:ea typeface="+mn-ea"/>
          <a:cs typeface="+mn-cs"/>
        </a:defRPr>
      </a:lvl6pPr>
      <a:lvl7pPr marL="6414818" algn="l" defTabSz="2138272" rtl="0" eaLnBrk="1" latinLnBrk="0" hangingPunct="1">
        <a:defRPr sz="4190" kern="1200">
          <a:solidFill>
            <a:schemeClr val="tx1"/>
          </a:solidFill>
          <a:latin typeface="+mn-lt"/>
          <a:ea typeface="+mn-ea"/>
          <a:cs typeface="+mn-cs"/>
        </a:defRPr>
      </a:lvl7pPr>
      <a:lvl8pPr marL="7483953" algn="l" defTabSz="2138272" rtl="0" eaLnBrk="1" latinLnBrk="0" hangingPunct="1">
        <a:defRPr sz="4190" kern="1200">
          <a:solidFill>
            <a:schemeClr val="tx1"/>
          </a:solidFill>
          <a:latin typeface="+mn-lt"/>
          <a:ea typeface="+mn-ea"/>
          <a:cs typeface="+mn-cs"/>
        </a:defRPr>
      </a:lvl8pPr>
      <a:lvl9pPr marL="8553090" algn="l" defTabSz="2138272" rtl="0" eaLnBrk="1" latinLnBrk="0" hangingPunct="1">
        <a:defRPr sz="419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5367" y="178403"/>
            <a:ext cx="5676602" cy="74248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15367" y="1039484"/>
            <a:ext cx="5676602" cy="29400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15367" y="4129054"/>
            <a:ext cx="1471712" cy="237183"/>
          </a:xfrm>
          <a:prstGeom prst="rect">
            <a:avLst/>
          </a:prstGeom>
        </p:spPr>
        <p:txBody>
          <a:bodyPr vert="horz" lIns="91440" tIns="45720" rIns="91440" bIns="45720" rtlCol="0" anchor="ctr"/>
          <a:lstStyle>
            <a:lvl1pPr algn="l">
              <a:defRPr sz="780">
                <a:solidFill>
                  <a:schemeClr val="tx1">
                    <a:tint val="75000"/>
                  </a:schemeClr>
                </a:solidFill>
              </a:defRPr>
            </a:lvl1pPr>
          </a:lstStyle>
          <a:p>
            <a:fld id="{1D8BD707-D9CF-40AE-B4C6-C98DA3205C09}" type="datetimeFigureOut">
              <a:rPr lang="en-US" smtClean="0"/>
              <a:pPr/>
              <a:t>11/12/2025</a:t>
            </a:fld>
            <a:endParaRPr lang="en-US"/>
          </a:p>
        </p:txBody>
      </p:sp>
      <p:sp>
        <p:nvSpPr>
          <p:cNvPr id="5" name="Footer Placeholder 4"/>
          <p:cNvSpPr>
            <a:spLocks noGrp="1"/>
          </p:cNvSpPr>
          <p:nvPr>
            <p:ph type="ftr" sz="quarter" idx="3"/>
          </p:nvPr>
        </p:nvSpPr>
        <p:spPr>
          <a:xfrm>
            <a:off x="2155007" y="4129054"/>
            <a:ext cx="1997323" cy="237183"/>
          </a:xfrm>
          <a:prstGeom prst="rect">
            <a:avLst/>
          </a:prstGeom>
        </p:spPr>
        <p:txBody>
          <a:bodyPr vert="horz" lIns="91440" tIns="45720" rIns="91440" bIns="45720" rtlCol="0" anchor="ctr"/>
          <a:lstStyle>
            <a:lvl1pPr algn="ctr">
              <a:defRPr sz="7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520257" y="4129054"/>
            <a:ext cx="1471712" cy="237183"/>
          </a:xfrm>
          <a:prstGeom prst="rect">
            <a:avLst/>
          </a:prstGeom>
        </p:spPr>
        <p:txBody>
          <a:bodyPr vert="horz" lIns="91440" tIns="45720" rIns="91440" bIns="45720" rtlCol="0" anchor="ctr"/>
          <a:lstStyle>
            <a:lvl1pPr algn="r">
              <a:defRPr sz="78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1067788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593990" rtl="0" eaLnBrk="1" latinLnBrk="0" hangingPunct="1">
        <a:spcBef>
          <a:spcPct val="0"/>
        </a:spcBef>
        <a:buNone/>
        <a:defRPr sz="2858" kern="1200">
          <a:solidFill>
            <a:schemeClr val="tx1"/>
          </a:solidFill>
          <a:latin typeface="+mj-lt"/>
          <a:ea typeface="+mj-ea"/>
          <a:cs typeface="+mj-cs"/>
        </a:defRPr>
      </a:lvl1pPr>
    </p:titleStyle>
    <p:bodyStyle>
      <a:lvl1pPr marL="222747" indent="-222747" algn="l" defTabSz="593990" rtl="0" eaLnBrk="1" latinLnBrk="0" hangingPunct="1">
        <a:spcBef>
          <a:spcPct val="20000"/>
        </a:spcBef>
        <a:buFont typeface="Arial" pitchFamily="34" charset="0"/>
        <a:buChar char="•"/>
        <a:defRPr sz="2079" kern="1200">
          <a:solidFill>
            <a:schemeClr val="tx1"/>
          </a:solidFill>
          <a:latin typeface="+mn-lt"/>
          <a:ea typeface="+mn-ea"/>
          <a:cs typeface="+mn-cs"/>
        </a:defRPr>
      </a:lvl1pPr>
      <a:lvl2pPr marL="482617" indent="-185622" algn="l" defTabSz="593990" rtl="0" eaLnBrk="1" latinLnBrk="0" hangingPunct="1">
        <a:spcBef>
          <a:spcPct val="20000"/>
        </a:spcBef>
        <a:buFont typeface="Arial" pitchFamily="34" charset="0"/>
        <a:buChar char="–"/>
        <a:defRPr sz="1819" kern="1200">
          <a:solidFill>
            <a:schemeClr val="tx1"/>
          </a:solidFill>
          <a:latin typeface="+mn-lt"/>
          <a:ea typeface="+mn-ea"/>
          <a:cs typeface="+mn-cs"/>
        </a:defRPr>
      </a:lvl2pPr>
      <a:lvl3pPr marL="742489" indent="-148498" algn="l" defTabSz="593990" rtl="0" eaLnBrk="1" latinLnBrk="0" hangingPunct="1">
        <a:spcBef>
          <a:spcPct val="20000"/>
        </a:spcBef>
        <a:buFont typeface="Arial" pitchFamily="34" charset="0"/>
        <a:buChar char="•"/>
        <a:defRPr sz="1559" kern="1200">
          <a:solidFill>
            <a:schemeClr val="tx1"/>
          </a:solidFill>
          <a:latin typeface="+mn-lt"/>
          <a:ea typeface="+mn-ea"/>
          <a:cs typeface="+mn-cs"/>
        </a:defRPr>
      </a:lvl3pPr>
      <a:lvl4pPr marL="1039484" indent="-148498" algn="l" defTabSz="593990" rtl="0" eaLnBrk="1" latinLnBrk="0" hangingPunct="1">
        <a:spcBef>
          <a:spcPct val="20000"/>
        </a:spcBef>
        <a:buFont typeface="Arial" pitchFamily="34" charset="0"/>
        <a:buChar char="–"/>
        <a:defRPr sz="1299" kern="1200">
          <a:solidFill>
            <a:schemeClr val="tx1"/>
          </a:solidFill>
          <a:latin typeface="+mn-lt"/>
          <a:ea typeface="+mn-ea"/>
          <a:cs typeface="+mn-cs"/>
        </a:defRPr>
      </a:lvl4pPr>
      <a:lvl5pPr marL="1336479" indent="-148498" algn="l" defTabSz="593990" rtl="0" eaLnBrk="1" latinLnBrk="0" hangingPunct="1">
        <a:spcBef>
          <a:spcPct val="20000"/>
        </a:spcBef>
        <a:buFont typeface="Arial" pitchFamily="34" charset="0"/>
        <a:buChar char="»"/>
        <a:defRPr sz="1299" kern="1200">
          <a:solidFill>
            <a:schemeClr val="tx1"/>
          </a:solidFill>
          <a:latin typeface="+mn-lt"/>
          <a:ea typeface="+mn-ea"/>
          <a:cs typeface="+mn-cs"/>
        </a:defRPr>
      </a:lvl5pPr>
      <a:lvl6pPr marL="1633474" indent="-148498" algn="l" defTabSz="593990" rtl="0" eaLnBrk="1" latinLnBrk="0" hangingPunct="1">
        <a:spcBef>
          <a:spcPct val="20000"/>
        </a:spcBef>
        <a:buFont typeface="Arial" pitchFamily="34" charset="0"/>
        <a:buChar char="•"/>
        <a:defRPr sz="1299" kern="1200">
          <a:solidFill>
            <a:schemeClr val="tx1"/>
          </a:solidFill>
          <a:latin typeface="+mn-lt"/>
          <a:ea typeface="+mn-ea"/>
          <a:cs typeface="+mn-cs"/>
        </a:defRPr>
      </a:lvl6pPr>
      <a:lvl7pPr marL="1930470" indent="-148498" algn="l" defTabSz="593990" rtl="0" eaLnBrk="1" latinLnBrk="0" hangingPunct="1">
        <a:spcBef>
          <a:spcPct val="20000"/>
        </a:spcBef>
        <a:buFont typeface="Arial" pitchFamily="34" charset="0"/>
        <a:buChar char="•"/>
        <a:defRPr sz="1299" kern="1200">
          <a:solidFill>
            <a:schemeClr val="tx1"/>
          </a:solidFill>
          <a:latin typeface="+mn-lt"/>
          <a:ea typeface="+mn-ea"/>
          <a:cs typeface="+mn-cs"/>
        </a:defRPr>
      </a:lvl7pPr>
      <a:lvl8pPr marL="2227465" indent="-148498" algn="l" defTabSz="593990" rtl="0" eaLnBrk="1" latinLnBrk="0" hangingPunct="1">
        <a:spcBef>
          <a:spcPct val="20000"/>
        </a:spcBef>
        <a:buFont typeface="Arial" pitchFamily="34" charset="0"/>
        <a:buChar char="•"/>
        <a:defRPr sz="1299" kern="1200">
          <a:solidFill>
            <a:schemeClr val="tx1"/>
          </a:solidFill>
          <a:latin typeface="+mn-lt"/>
          <a:ea typeface="+mn-ea"/>
          <a:cs typeface="+mn-cs"/>
        </a:defRPr>
      </a:lvl8pPr>
      <a:lvl9pPr marL="2524461" indent="-148498" algn="l" defTabSz="593990" rtl="0" eaLnBrk="1" latinLnBrk="0" hangingPunct="1">
        <a:spcBef>
          <a:spcPct val="20000"/>
        </a:spcBef>
        <a:buFont typeface="Arial" pitchFamily="34" charset="0"/>
        <a:buChar char="•"/>
        <a:defRPr sz="1299" kern="1200">
          <a:solidFill>
            <a:schemeClr val="tx1"/>
          </a:solidFill>
          <a:latin typeface="+mn-lt"/>
          <a:ea typeface="+mn-ea"/>
          <a:cs typeface="+mn-cs"/>
        </a:defRPr>
      </a:lvl9pPr>
    </p:bodyStyle>
    <p:otherStyle>
      <a:defPPr>
        <a:defRPr lang="en-US"/>
      </a:defPPr>
      <a:lvl1pPr marL="0" algn="l" defTabSz="593990" rtl="0" eaLnBrk="1" latinLnBrk="0" hangingPunct="1">
        <a:defRPr sz="1169" kern="1200">
          <a:solidFill>
            <a:schemeClr val="tx1"/>
          </a:solidFill>
          <a:latin typeface="+mn-lt"/>
          <a:ea typeface="+mn-ea"/>
          <a:cs typeface="+mn-cs"/>
        </a:defRPr>
      </a:lvl1pPr>
      <a:lvl2pPr marL="296995" algn="l" defTabSz="593990" rtl="0" eaLnBrk="1" latinLnBrk="0" hangingPunct="1">
        <a:defRPr sz="1169" kern="1200">
          <a:solidFill>
            <a:schemeClr val="tx1"/>
          </a:solidFill>
          <a:latin typeface="+mn-lt"/>
          <a:ea typeface="+mn-ea"/>
          <a:cs typeface="+mn-cs"/>
        </a:defRPr>
      </a:lvl2pPr>
      <a:lvl3pPr marL="593990" algn="l" defTabSz="593990" rtl="0" eaLnBrk="1" latinLnBrk="0" hangingPunct="1">
        <a:defRPr sz="1169" kern="1200">
          <a:solidFill>
            <a:schemeClr val="tx1"/>
          </a:solidFill>
          <a:latin typeface="+mn-lt"/>
          <a:ea typeface="+mn-ea"/>
          <a:cs typeface="+mn-cs"/>
        </a:defRPr>
      </a:lvl3pPr>
      <a:lvl4pPr marL="890986" algn="l" defTabSz="593990" rtl="0" eaLnBrk="1" latinLnBrk="0" hangingPunct="1">
        <a:defRPr sz="1169" kern="1200">
          <a:solidFill>
            <a:schemeClr val="tx1"/>
          </a:solidFill>
          <a:latin typeface="+mn-lt"/>
          <a:ea typeface="+mn-ea"/>
          <a:cs typeface="+mn-cs"/>
        </a:defRPr>
      </a:lvl4pPr>
      <a:lvl5pPr marL="1187981" algn="l" defTabSz="593990" rtl="0" eaLnBrk="1" latinLnBrk="0" hangingPunct="1">
        <a:defRPr sz="1169" kern="1200">
          <a:solidFill>
            <a:schemeClr val="tx1"/>
          </a:solidFill>
          <a:latin typeface="+mn-lt"/>
          <a:ea typeface="+mn-ea"/>
          <a:cs typeface="+mn-cs"/>
        </a:defRPr>
      </a:lvl5pPr>
      <a:lvl6pPr marL="1484977" algn="l" defTabSz="593990" rtl="0" eaLnBrk="1" latinLnBrk="0" hangingPunct="1">
        <a:defRPr sz="1169" kern="1200">
          <a:solidFill>
            <a:schemeClr val="tx1"/>
          </a:solidFill>
          <a:latin typeface="+mn-lt"/>
          <a:ea typeface="+mn-ea"/>
          <a:cs typeface="+mn-cs"/>
        </a:defRPr>
      </a:lvl6pPr>
      <a:lvl7pPr marL="1781973" algn="l" defTabSz="593990" rtl="0" eaLnBrk="1" latinLnBrk="0" hangingPunct="1">
        <a:defRPr sz="1169" kern="1200">
          <a:solidFill>
            <a:schemeClr val="tx1"/>
          </a:solidFill>
          <a:latin typeface="+mn-lt"/>
          <a:ea typeface="+mn-ea"/>
          <a:cs typeface="+mn-cs"/>
        </a:defRPr>
      </a:lvl7pPr>
      <a:lvl8pPr marL="2078968" algn="l" defTabSz="593990" rtl="0" eaLnBrk="1" latinLnBrk="0" hangingPunct="1">
        <a:defRPr sz="1169" kern="1200">
          <a:solidFill>
            <a:schemeClr val="tx1"/>
          </a:solidFill>
          <a:latin typeface="+mn-lt"/>
          <a:ea typeface="+mn-ea"/>
          <a:cs typeface="+mn-cs"/>
        </a:defRPr>
      </a:lvl8pPr>
      <a:lvl9pPr marL="2375963" algn="l" defTabSz="593990" rtl="0" eaLnBrk="1" latinLnBrk="0" hangingPunct="1">
        <a:defRPr sz="11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microsoft.com/office/2007/relationships/hdphoto" Target="../media/hdphoto2.wdp"/><Relationship Id="rId13" Type="http://schemas.openxmlformats.org/officeDocument/2006/relationships/image" Target="../media/image19.png"/><Relationship Id="rId3" Type="http://schemas.openxmlformats.org/officeDocument/2006/relationships/image" Target="../media/image11.png"/><Relationship Id="rId7" Type="http://schemas.openxmlformats.org/officeDocument/2006/relationships/image" Target="../media/image14.png"/><Relationship Id="rId12"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10.xml"/><Relationship Id="rId6" Type="http://schemas.microsoft.com/office/2007/relationships/hdphoto" Target="../media/hdphoto1.wdp"/><Relationship Id="rId11" Type="http://schemas.openxmlformats.org/officeDocument/2006/relationships/image" Target="../media/image17.png"/><Relationship Id="rId5" Type="http://schemas.openxmlformats.org/officeDocument/2006/relationships/image" Target="../media/image13.png"/><Relationship Id="rId10" Type="http://schemas.openxmlformats.org/officeDocument/2006/relationships/image" Target="../media/image16.png"/><Relationship Id="rId4" Type="http://schemas.openxmlformats.org/officeDocument/2006/relationships/image" Target="../media/image12.png"/><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AutoShape 3">
            <a:extLst>
              <a:ext uri="{FF2B5EF4-FFF2-40B4-BE49-F238E27FC236}">
                <a16:creationId xmlns:a16="http://schemas.microsoft.com/office/drawing/2014/main" id="{4E196944-A799-65A6-EEC5-6E9679620FF4}"/>
              </a:ext>
            </a:extLst>
          </p:cNvPr>
          <p:cNvSpPr/>
          <p:nvPr/>
        </p:nvSpPr>
        <p:spPr>
          <a:xfrm>
            <a:off x="22771459" y="1"/>
            <a:ext cx="7503636" cy="21383625"/>
          </a:xfrm>
          <a:prstGeom prst="rect">
            <a:avLst/>
          </a:prstGeom>
          <a:solidFill>
            <a:schemeClr val="accent3">
              <a:lumMod val="20000"/>
              <a:lumOff val="80000"/>
              <a:alpha val="72000"/>
            </a:schemeClr>
          </a:solidFill>
          <a:ln>
            <a:solidFill>
              <a:srgbClr val="000000">
                <a:alpha val="87059"/>
              </a:srgbClr>
            </a:solidFill>
          </a:ln>
        </p:spPr>
        <p:txBody>
          <a:bodyPr/>
          <a:lstStyle/>
          <a:p>
            <a:pPr defTabSz="593844"/>
            <a:endParaRPr lang="en-IE" sz="787" dirty="0">
              <a:solidFill>
                <a:srgbClr val="04C7B5"/>
              </a:solidFill>
              <a:latin typeface="Calibri"/>
            </a:endParaRPr>
          </a:p>
        </p:txBody>
      </p:sp>
      <p:pic>
        <p:nvPicPr>
          <p:cNvPr id="12" name="Picture 11">
            <a:extLst>
              <a:ext uri="{FF2B5EF4-FFF2-40B4-BE49-F238E27FC236}">
                <a16:creationId xmlns:a16="http://schemas.microsoft.com/office/drawing/2014/main" id="{748440B3-FEF2-F616-0DDA-1C5388854788}"/>
              </a:ext>
            </a:extLst>
          </p:cNvPr>
          <p:cNvPicPr>
            <a:picLocks noChangeAspect="1"/>
          </p:cNvPicPr>
          <p:nvPr/>
        </p:nvPicPr>
        <p:blipFill>
          <a:blip r:embed="rId3"/>
          <a:stretch>
            <a:fillRect/>
          </a:stretch>
        </p:blipFill>
        <p:spPr>
          <a:xfrm>
            <a:off x="22959859" y="12060459"/>
            <a:ext cx="4485281" cy="2226703"/>
          </a:xfrm>
          <a:prstGeom prst="rect">
            <a:avLst/>
          </a:prstGeom>
        </p:spPr>
      </p:pic>
      <p:sp>
        <p:nvSpPr>
          <p:cNvPr id="22" name="AutoShape 3">
            <a:extLst>
              <a:ext uri="{FF2B5EF4-FFF2-40B4-BE49-F238E27FC236}">
                <a16:creationId xmlns:a16="http://schemas.microsoft.com/office/drawing/2014/main" id="{37C7B8F8-4C18-A6FF-5C86-46A8DC3CFD2A}"/>
              </a:ext>
            </a:extLst>
          </p:cNvPr>
          <p:cNvSpPr/>
          <p:nvPr/>
        </p:nvSpPr>
        <p:spPr>
          <a:xfrm>
            <a:off x="15002379" y="-12010"/>
            <a:ext cx="7643088" cy="21383625"/>
          </a:xfrm>
          <a:prstGeom prst="rect">
            <a:avLst/>
          </a:prstGeom>
          <a:solidFill>
            <a:schemeClr val="accent3">
              <a:lumMod val="40000"/>
              <a:lumOff val="60000"/>
              <a:alpha val="72000"/>
            </a:schemeClr>
          </a:solidFill>
          <a:ln>
            <a:solidFill>
              <a:srgbClr val="000000">
                <a:alpha val="87059"/>
              </a:srgbClr>
            </a:solidFill>
          </a:ln>
        </p:spPr>
        <p:txBody>
          <a:bodyPr/>
          <a:lstStyle/>
          <a:p>
            <a:pPr defTabSz="593844"/>
            <a:endParaRPr lang="en-IE" sz="787" dirty="0">
              <a:solidFill>
                <a:srgbClr val="04C7B5"/>
              </a:solidFill>
              <a:latin typeface="Calibri"/>
            </a:endParaRPr>
          </a:p>
        </p:txBody>
      </p:sp>
      <p:pic>
        <p:nvPicPr>
          <p:cNvPr id="14" name="Picture 13" descr="A graph of different colored lines&#10;&#10;AI-generated content may be incorrect.">
            <a:extLst>
              <a:ext uri="{FF2B5EF4-FFF2-40B4-BE49-F238E27FC236}">
                <a16:creationId xmlns:a16="http://schemas.microsoft.com/office/drawing/2014/main" id="{6921EF31-F946-CFA7-FE3E-48F57D4EA8C8}"/>
              </a:ext>
            </a:extLst>
          </p:cNvPr>
          <p:cNvPicPr>
            <a:picLocks noChangeAspect="1"/>
          </p:cNvPicPr>
          <p:nvPr/>
        </p:nvPicPr>
        <p:blipFill>
          <a:blip r:embed="rId4"/>
          <a:stretch>
            <a:fillRect/>
          </a:stretch>
        </p:blipFill>
        <p:spPr>
          <a:xfrm>
            <a:off x="15003823" y="7661399"/>
            <a:ext cx="7601345" cy="4323671"/>
          </a:xfrm>
          <a:prstGeom prst="rect">
            <a:avLst/>
          </a:prstGeom>
        </p:spPr>
      </p:pic>
      <p:sp>
        <p:nvSpPr>
          <p:cNvPr id="2" name="AutoShape 2"/>
          <p:cNvSpPr/>
          <p:nvPr/>
        </p:nvSpPr>
        <p:spPr>
          <a:xfrm>
            <a:off x="118" y="-1"/>
            <a:ext cx="7555471" cy="21383625"/>
          </a:xfrm>
          <a:prstGeom prst="rect">
            <a:avLst/>
          </a:prstGeom>
          <a:solidFill>
            <a:schemeClr val="accent3"/>
          </a:solidFill>
        </p:spPr>
        <p:txBody>
          <a:bodyPr/>
          <a:lstStyle/>
          <a:p>
            <a:pPr defTabSz="593844"/>
            <a:endParaRPr lang="en-IE" sz="787" dirty="0">
              <a:solidFill>
                <a:prstClr val="black"/>
              </a:solidFill>
              <a:latin typeface="Calibri"/>
            </a:endParaRPr>
          </a:p>
        </p:txBody>
      </p:sp>
      <p:sp>
        <p:nvSpPr>
          <p:cNvPr id="3" name="AutoShape 3"/>
          <p:cNvSpPr/>
          <p:nvPr/>
        </p:nvSpPr>
        <p:spPr>
          <a:xfrm>
            <a:off x="7555591" y="-1"/>
            <a:ext cx="7367456" cy="21383625"/>
          </a:xfrm>
          <a:prstGeom prst="rect">
            <a:avLst/>
          </a:prstGeom>
          <a:solidFill>
            <a:srgbClr val="E3E9E5">
              <a:alpha val="72000"/>
            </a:srgbClr>
          </a:solidFill>
          <a:ln>
            <a:solidFill>
              <a:srgbClr val="000000">
                <a:alpha val="87059"/>
              </a:srgbClr>
            </a:solidFill>
          </a:ln>
        </p:spPr>
        <p:txBody>
          <a:bodyPr/>
          <a:lstStyle/>
          <a:p>
            <a:pPr defTabSz="593844"/>
            <a:endParaRPr lang="en-IE" sz="787" dirty="0">
              <a:solidFill>
                <a:srgbClr val="04C7B5"/>
              </a:solidFill>
              <a:latin typeface="Calibri"/>
            </a:endParaRPr>
          </a:p>
        </p:txBody>
      </p:sp>
      <p:grpSp>
        <p:nvGrpSpPr>
          <p:cNvPr id="11" name="Group 10">
            <a:extLst>
              <a:ext uri="{FF2B5EF4-FFF2-40B4-BE49-F238E27FC236}">
                <a16:creationId xmlns:a16="http://schemas.microsoft.com/office/drawing/2014/main" id="{7068B782-FDE6-3B3D-3795-5DFF17ECB301}"/>
              </a:ext>
            </a:extLst>
          </p:cNvPr>
          <p:cNvGrpSpPr/>
          <p:nvPr/>
        </p:nvGrpSpPr>
        <p:grpSpPr>
          <a:xfrm>
            <a:off x="7774588" y="148344"/>
            <a:ext cx="6799730" cy="1080000"/>
            <a:chOff x="8018428" y="912724"/>
            <a:chExt cx="6799730" cy="1080000"/>
          </a:xfrm>
        </p:grpSpPr>
        <p:sp>
          <p:nvSpPr>
            <p:cNvPr id="24" name="Freeform 24"/>
            <p:cNvSpPr>
              <a:spLocks noChangeAspect="1"/>
            </p:cNvSpPr>
            <p:nvPr/>
          </p:nvSpPr>
          <p:spPr>
            <a:xfrm>
              <a:off x="8018428" y="912724"/>
              <a:ext cx="1080000" cy="1080000"/>
            </a:xfrm>
            <a:custGeom>
              <a:avLst/>
              <a:gdLst/>
              <a:ahLst/>
              <a:cxnLst/>
              <a:rect l="l" t="t" r="r" b="b"/>
              <a:pathLst>
                <a:path w="6355080" h="6355080">
                  <a:moveTo>
                    <a:pt x="3177540" y="6355080"/>
                  </a:moveTo>
                  <a:cubicBezTo>
                    <a:pt x="2329180" y="6355080"/>
                    <a:pt x="1530350" y="6024880"/>
                    <a:pt x="930910" y="5424170"/>
                  </a:cubicBezTo>
                  <a:cubicBezTo>
                    <a:pt x="330200" y="4824730"/>
                    <a:pt x="0" y="4025900"/>
                    <a:pt x="0" y="3177540"/>
                  </a:cubicBezTo>
                  <a:cubicBezTo>
                    <a:pt x="0" y="2329180"/>
                    <a:pt x="330200" y="1530350"/>
                    <a:pt x="930910" y="930910"/>
                  </a:cubicBezTo>
                  <a:cubicBezTo>
                    <a:pt x="1530350" y="330200"/>
                    <a:pt x="2329180" y="0"/>
                    <a:pt x="3177540" y="0"/>
                  </a:cubicBezTo>
                  <a:cubicBezTo>
                    <a:pt x="4025900" y="0"/>
                    <a:pt x="4824730" y="330200"/>
                    <a:pt x="5424170" y="930910"/>
                  </a:cubicBezTo>
                  <a:cubicBezTo>
                    <a:pt x="6024880" y="1531620"/>
                    <a:pt x="6355080" y="2329180"/>
                    <a:pt x="6355080" y="3177540"/>
                  </a:cubicBezTo>
                  <a:cubicBezTo>
                    <a:pt x="6355080" y="4025900"/>
                    <a:pt x="6024880" y="4824730"/>
                    <a:pt x="5424170" y="5424170"/>
                  </a:cubicBezTo>
                  <a:cubicBezTo>
                    <a:pt x="4824730" y="6024880"/>
                    <a:pt x="4025900" y="6355080"/>
                    <a:pt x="3177540" y="6355080"/>
                  </a:cubicBezTo>
                  <a:close/>
                  <a:moveTo>
                    <a:pt x="3177540" y="190500"/>
                  </a:moveTo>
                  <a:cubicBezTo>
                    <a:pt x="2379980" y="190500"/>
                    <a:pt x="1629410" y="501650"/>
                    <a:pt x="1065530" y="1065530"/>
                  </a:cubicBezTo>
                  <a:cubicBezTo>
                    <a:pt x="501650" y="1629410"/>
                    <a:pt x="190500" y="2379980"/>
                    <a:pt x="190500" y="3177540"/>
                  </a:cubicBezTo>
                  <a:cubicBezTo>
                    <a:pt x="190500" y="3975100"/>
                    <a:pt x="501650" y="4725670"/>
                    <a:pt x="1065530" y="5289550"/>
                  </a:cubicBezTo>
                  <a:cubicBezTo>
                    <a:pt x="1629410" y="5853430"/>
                    <a:pt x="2379980" y="6164580"/>
                    <a:pt x="3177540" y="6164580"/>
                  </a:cubicBezTo>
                  <a:cubicBezTo>
                    <a:pt x="3975100" y="6164580"/>
                    <a:pt x="4725670" y="5853430"/>
                    <a:pt x="5289550" y="5289550"/>
                  </a:cubicBezTo>
                  <a:cubicBezTo>
                    <a:pt x="5853430" y="4725670"/>
                    <a:pt x="6164580" y="3975100"/>
                    <a:pt x="6164580" y="3177540"/>
                  </a:cubicBezTo>
                  <a:cubicBezTo>
                    <a:pt x="6164580" y="2379980"/>
                    <a:pt x="5853430" y="1629410"/>
                    <a:pt x="5289550" y="1065530"/>
                  </a:cubicBezTo>
                  <a:cubicBezTo>
                    <a:pt x="4725670" y="501650"/>
                    <a:pt x="3975100" y="190500"/>
                    <a:pt x="3177540" y="190500"/>
                  </a:cubicBezTo>
                  <a:close/>
                </a:path>
              </a:pathLst>
            </a:custGeom>
            <a:solidFill>
              <a:srgbClr val="04B0A0"/>
            </a:solidFill>
            <a:ln w="12700">
              <a:solidFill>
                <a:srgbClr val="04B0A0"/>
              </a:solidFill>
            </a:ln>
          </p:spPr>
          <p:txBody>
            <a:bodyPr/>
            <a:lstStyle/>
            <a:p>
              <a:endParaRPr lang="en-IE" sz="4600" dirty="0"/>
            </a:p>
          </p:txBody>
        </p:sp>
        <p:sp>
          <p:nvSpPr>
            <p:cNvPr id="25" name="TextBox 25"/>
            <p:cNvSpPr txBox="1"/>
            <p:nvPr/>
          </p:nvSpPr>
          <p:spPr>
            <a:xfrm>
              <a:off x="8267668" y="1227462"/>
              <a:ext cx="614708" cy="559705"/>
            </a:xfrm>
            <a:prstGeom prst="rect">
              <a:avLst/>
            </a:prstGeom>
          </p:spPr>
          <p:txBody>
            <a:bodyPr lIns="0" tIns="0" rIns="0" bIns="0" rtlCol="0" anchor="t">
              <a:spAutoFit/>
            </a:bodyPr>
            <a:lstStyle/>
            <a:p>
              <a:pPr algn="ctr" defTabSz="593844">
                <a:lnSpc>
                  <a:spcPts val="4222"/>
                </a:lnSpc>
                <a:spcBef>
                  <a:spcPct val="0"/>
                </a:spcBef>
              </a:pPr>
              <a:r>
                <a:rPr lang="en-US" sz="4600" b="1" spc="-97" dirty="0">
                  <a:solidFill>
                    <a:srgbClr val="04B0A0"/>
                  </a:solidFill>
                  <a:latin typeface="Space Mono" panose="020B0604020202020204" charset="0"/>
                </a:rPr>
                <a:t>01</a:t>
              </a:r>
            </a:p>
          </p:txBody>
        </p:sp>
        <p:sp>
          <p:nvSpPr>
            <p:cNvPr id="26" name="TextBox 26"/>
            <p:cNvSpPr txBox="1"/>
            <p:nvPr/>
          </p:nvSpPr>
          <p:spPr>
            <a:xfrm>
              <a:off x="9475320" y="1228699"/>
              <a:ext cx="5342838" cy="559705"/>
            </a:xfrm>
            <a:prstGeom prst="rect">
              <a:avLst/>
            </a:prstGeom>
          </p:spPr>
          <p:txBody>
            <a:bodyPr lIns="0" tIns="0" rIns="0" bIns="0" rtlCol="0" anchor="t">
              <a:spAutoFit/>
            </a:bodyPr>
            <a:lstStyle/>
            <a:p>
              <a:pPr defTabSz="593844">
                <a:lnSpc>
                  <a:spcPts val="4222"/>
                </a:lnSpc>
                <a:spcBef>
                  <a:spcPct val="0"/>
                </a:spcBef>
              </a:pPr>
              <a:r>
                <a:rPr lang="en-US" sz="4600" b="1" spc="100" dirty="0">
                  <a:solidFill>
                    <a:srgbClr val="04B0A0"/>
                  </a:solidFill>
                  <a:latin typeface="Space Mono" panose="020B0604020202020204" charset="0"/>
                </a:rPr>
                <a:t>INTRODUCTION</a:t>
              </a:r>
            </a:p>
          </p:txBody>
        </p:sp>
      </p:grpSp>
      <p:sp>
        <p:nvSpPr>
          <p:cNvPr id="4" name="AutoShape 4"/>
          <p:cNvSpPr/>
          <p:nvPr/>
        </p:nvSpPr>
        <p:spPr>
          <a:xfrm rot="5399999">
            <a:off x="4266046" y="10691813"/>
            <a:ext cx="21383626" cy="0"/>
          </a:xfrm>
          <a:prstGeom prst="line">
            <a:avLst/>
          </a:prstGeom>
          <a:ln w="101600" cap="rnd">
            <a:solidFill>
              <a:srgbClr val="8BC244"/>
            </a:solidFill>
            <a:prstDash val="solid"/>
            <a:headEnd type="none" w="sm" len="sm"/>
            <a:tailEnd type="none" w="sm" len="sm"/>
          </a:ln>
        </p:spPr>
        <p:txBody>
          <a:bodyPr/>
          <a:lstStyle/>
          <a:p>
            <a:endParaRPr lang="en-IE" dirty="0"/>
          </a:p>
        </p:txBody>
      </p:sp>
      <p:sp>
        <p:nvSpPr>
          <p:cNvPr id="44" name="TextBox 44"/>
          <p:cNvSpPr txBox="1"/>
          <p:nvPr/>
        </p:nvSpPr>
        <p:spPr>
          <a:xfrm>
            <a:off x="22924226" y="15339851"/>
            <a:ext cx="7021291" cy="3375283"/>
          </a:xfrm>
          <a:prstGeom prst="rect">
            <a:avLst/>
          </a:prstGeom>
        </p:spPr>
        <p:txBody>
          <a:bodyPr wrap="square" lIns="0" tIns="0" rIns="0" bIns="0" rtlCol="0" anchor="t">
            <a:spAutoFit/>
          </a:bodyPr>
          <a:lstStyle/>
          <a:p>
            <a:pPr algn="just">
              <a:spcAft>
                <a:spcPts val="800"/>
              </a:spcAft>
            </a:pPr>
            <a:r>
              <a:rPr lang="en-US" sz="1550" spc="-1" dirty="0">
                <a:solidFill>
                  <a:prstClr val="black"/>
                </a:solidFill>
                <a:latin typeface="Arial Nova Light"/>
              </a:rPr>
              <a:t>Q1: Can intrinsic audio features and metadata predict popularity?</a:t>
            </a:r>
          </a:p>
          <a:p>
            <a:pPr marL="285750" indent="-285750" algn="just">
              <a:spcAft>
                <a:spcPts val="800"/>
              </a:spcAft>
              <a:buFont typeface="Arial" panose="020B0604020202020204" pitchFamily="34" charset="0"/>
              <a:buChar char="•"/>
            </a:pPr>
            <a:r>
              <a:rPr lang="en-US" sz="1550" spc="-1" dirty="0">
                <a:solidFill>
                  <a:prstClr val="black"/>
                </a:solidFill>
                <a:latin typeface="Arial Nova Light"/>
              </a:rPr>
              <a:t>A: Yes. Our model confirms that intrinsic features are strong predictors. </a:t>
            </a:r>
            <a:r>
              <a:rPr lang="en-US" sz="1550" spc="-1" dirty="0" err="1">
                <a:solidFill>
                  <a:prstClr val="black"/>
                </a:solidFill>
                <a:latin typeface="Arial Nova Light"/>
              </a:rPr>
              <a:t>scaled_loudness</a:t>
            </a:r>
            <a:r>
              <a:rPr lang="en-US" sz="1550" spc="-1" dirty="0">
                <a:solidFill>
                  <a:prstClr val="black"/>
                </a:solidFill>
                <a:latin typeface="Arial Nova Light"/>
              </a:rPr>
              <a:t>, </a:t>
            </a:r>
            <a:r>
              <a:rPr lang="en-US" sz="1550" spc="-1" dirty="0" err="1">
                <a:solidFill>
                  <a:prstClr val="black"/>
                </a:solidFill>
                <a:latin typeface="Arial Nova Light"/>
              </a:rPr>
              <a:t>scaled_danceability</a:t>
            </a:r>
            <a:r>
              <a:rPr lang="en-US" sz="1550" spc="-1" dirty="0">
                <a:solidFill>
                  <a:prstClr val="black"/>
                </a:solidFill>
                <a:latin typeface="Arial Nova Light"/>
              </a:rPr>
              <a:t>, </a:t>
            </a:r>
            <a:r>
              <a:rPr lang="en-US" sz="1550" spc="-1" dirty="0" err="1">
                <a:solidFill>
                  <a:prstClr val="black"/>
                </a:solidFill>
                <a:latin typeface="Arial Nova Light"/>
              </a:rPr>
              <a:t>scaled_energy</a:t>
            </a:r>
            <a:r>
              <a:rPr lang="en-US" sz="1550" spc="-1" dirty="0">
                <a:solidFill>
                  <a:prstClr val="black"/>
                </a:solidFill>
                <a:latin typeface="Arial Nova Light"/>
              </a:rPr>
              <a:t>, and </a:t>
            </a:r>
            <a:r>
              <a:rPr lang="en-US" sz="1550" spc="-1" dirty="0" err="1">
                <a:solidFill>
                  <a:prstClr val="black"/>
                </a:solidFill>
                <a:latin typeface="Arial Nova Light"/>
              </a:rPr>
              <a:t>release_year</a:t>
            </a:r>
            <a:r>
              <a:rPr lang="en-US" sz="1550" spc="-1" dirty="0">
                <a:solidFill>
                  <a:prstClr val="black"/>
                </a:solidFill>
                <a:latin typeface="Arial Nova Light"/>
              </a:rPr>
              <a:t> were all identified as highly influential factors in determining a song's success.</a:t>
            </a:r>
          </a:p>
          <a:p>
            <a:pPr algn="just">
              <a:spcAft>
                <a:spcPts val="800"/>
              </a:spcAft>
            </a:pPr>
            <a:r>
              <a:rPr lang="en-US" sz="1550" spc="-1" dirty="0">
                <a:solidFill>
                  <a:prstClr val="black"/>
                </a:solidFill>
                <a:latin typeface="Arial Nova Light"/>
              </a:rPr>
              <a:t>Q2: Do structural elements show a significant correlation with popularity?</a:t>
            </a:r>
          </a:p>
          <a:p>
            <a:pPr marL="285750" indent="-285750" algn="just">
              <a:spcAft>
                <a:spcPts val="800"/>
              </a:spcAft>
              <a:buFont typeface="Arial" panose="020B0604020202020204" pitchFamily="34" charset="0"/>
              <a:buChar char="•"/>
            </a:pPr>
            <a:r>
              <a:rPr lang="en-US" sz="1550" spc="-1" dirty="0">
                <a:solidFill>
                  <a:prstClr val="black"/>
                </a:solidFill>
                <a:latin typeface="Arial Nova Light"/>
              </a:rPr>
              <a:t>A: Yes. Structural elements are key. </a:t>
            </a:r>
            <a:r>
              <a:rPr lang="en-US" sz="1550" spc="-1" dirty="0" err="1">
                <a:solidFill>
                  <a:prstClr val="black"/>
                </a:solidFill>
                <a:latin typeface="Arial Nova Light"/>
              </a:rPr>
              <a:t>scaled_duration_ms</a:t>
            </a:r>
            <a:r>
              <a:rPr lang="en-US" sz="1550" spc="-1" dirty="0">
                <a:solidFill>
                  <a:prstClr val="black"/>
                </a:solidFill>
                <a:latin typeface="Arial Nova Light"/>
              </a:rPr>
              <a:t> was one of the top 6 most important features, indicating that song length is a significant factor in the model's predictions.</a:t>
            </a:r>
          </a:p>
          <a:p>
            <a:pPr algn="just">
              <a:spcAft>
                <a:spcPts val="800"/>
              </a:spcAft>
            </a:pPr>
            <a:r>
              <a:rPr lang="en-US" sz="1550" spc="-1" dirty="0">
                <a:solidFill>
                  <a:prstClr val="black"/>
                </a:solidFill>
                <a:latin typeface="Arial Nova Light"/>
              </a:rPr>
              <a:t>Q3: Can a machine learning model accurately predict high popularity?</a:t>
            </a:r>
          </a:p>
          <a:p>
            <a:pPr marL="285750" indent="-285750" algn="just">
              <a:spcAft>
                <a:spcPts val="800"/>
              </a:spcAft>
              <a:buFont typeface="Arial" panose="020B0604020202020204" pitchFamily="34" charset="0"/>
              <a:buChar char="•"/>
            </a:pPr>
            <a:r>
              <a:rPr lang="en-US" sz="1550" spc="-1" dirty="0">
                <a:solidFill>
                  <a:prstClr val="black"/>
                </a:solidFill>
                <a:latin typeface="Arial Nova Light"/>
              </a:rPr>
              <a:t>A: Yes. We successfully developed a Random Forest Classifier that achieved 89.75% accuracy at predicting whether a song would be "Popular" (1) or "Not Popular" (0).</a:t>
            </a:r>
          </a:p>
        </p:txBody>
      </p:sp>
      <p:sp>
        <p:nvSpPr>
          <p:cNvPr id="51" name="AutoShape 51"/>
          <p:cNvSpPr/>
          <p:nvPr/>
        </p:nvSpPr>
        <p:spPr>
          <a:xfrm>
            <a:off x="366258" y="5213404"/>
            <a:ext cx="5400716" cy="0"/>
          </a:xfrm>
          <a:prstGeom prst="line">
            <a:avLst/>
          </a:prstGeom>
          <a:ln w="47625" cap="rnd">
            <a:solidFill>
              <a:srgbClr val="FAFAFA"/>
            </a:solidFill>
            <a:prstDash val="solid"/>
            <a:headEnd type="none" w="sm" len="sm"/>
            <a:tailEnd type="none" w="sm" len="sm"/>
          </a:ln>
        </p:spPr>
        <p:txBody>
          <a:bodyPr/>
          <a:lstStyle/>
          <a:p>
            <a:endParaRPr lang="pt-BR"/>
          </a:p>
        </p:txBody>
      </p:sp>
      <p:sp>
        <p:nvSpPr>
          <p:cNvPr id="92" name="TextBox 92"/>
          <p:cNvSpPr txBox="1"/>
          <p:nvPr/>
        </p:nvSpPr>
        <p:spPr>
          <a:xfrm>
            <a:off x="366257" y="5489994"/>
            <a:ext cx="4548864" cy="325089"/>
          </a:xfrm>
          <a:prstGeom prst="rect">
            <a:avLst/>
          </a:prstGeom>
        </p:spPr>
        <p:txBody>
          <a:bodyPr lIns="0" tIns="0" rIns="0" bIns="0" rtlCol="0" anchor="t">
            <a:spAutoFit/>
          </a:bodyPr>
          <a:lstStyle/>
          <a:p>
            <a:pPr defTabSz="593844">
              <a:lnSpc>
                <a:spcPts val="2533"/>
              </a:lnSpc>
              <a:spcBef>
                <a:spcPct val="0"/>
              </a:spcBef>
            </a:pPr>
            <a:r>
              <a:rPr lang="en-US" sz="2500" b="1" spc="-58" dirty="0">
                <a:solidFill>
                  <a:srgbClr val="FFFFFF"/>
                </a:solidFill>
                <a:latin typeface="Space Mono" panose="02000509040000020004" charset="0"/>
              </a:rPr>
              <a:t>Authors</a:t>
            </a:r>
          </a:p>
        </p:txBody>
      </p:sp>
      <p:sp>
        <p:nvSpPr>
          <p:cNvPr id="93" name="TextBox 93"/>
          <p:cNvSpPr txBox="1"/>
          <p:nvPr/>
        </p:nvSpPr>
        <p:spPr>
          <a:xfrm>
            <a:off x="366257" y="5930846"/>
            <a:ext cx="4548864" cy="221214"/>
          </a:xfrm>
          <a:prstGeom prst="rect">
            <a:avLst/>
          </a:prstGeom>
        </p:spPr>
        <p:txBody>
          <a:bodyPr lIns="0" tIns="0" rIns="0" bIns="0" rtlCol="0" anchor="t">
            <a:spAutoFit/>
          </a:bodyPr>
          <a:lstStyle/>
          <a:p>
            <a:pPr defTabSz="593844">
              <a:lnSpc>
                <a:spcPts val="1909"/>
              </a:lnSpc>
              <a:spcBef>
                <a:spcPct val="0"/>
              </a:spcBef>
            </a:pPr>
            <a:r>
              <a:rPr lang="en-US" sz="1500" dirty="0">
                <a:solidFill>
                  <a:srgbClr val="FFFFFF"/>
                </a:solidFill>
                <a:latin typeface="Barlow Medium"/>
              </a:rPr>
              <a:t>Luis Martins  - 2025053</a:t>
            </a:r>
          </a:p>
        </p:txBody>
      </p:sp>
      <p:sp>
        <p:nvSpPr>
          <p:cNvPr id="94" name="TextBox 94"/>
          <p:cNvSpPr txBox="1"/>
          <p:nvPr/>
        </p:nvSpPr>
        <p:spPr>
          <a:xfrm>
            <a:off x="366257" y="6527338"/>
            <a:ext cx="4548864" cy="325089"/>
          </a:xfrm>
          <a:prstGeom prst="rect">
            <a:avLst/>
          </a:prstGeom>
        </p:spPr>
        <p:txBody>
          <a:bodyPr lIns="0" tIns="0" rIns="0" bIns="0" rtlCol="0" anchor="t">
            <a:spAutoFit/>
          </a:bodyPr>
          <a:lstStyle/>
          <a:p>
            <a:pPr defTabSz="593844">
              <a:lnSpc>
                <a:spcPts val="2533"/>
              </a:lnSpc>
              <a:spcBef>
                <a:spcPct val="0"/>
              </a:spcBef>
            </a:pPr>
            <a:r>
              <a:rPr lang="en-US" sz="2500" b="1" spc="-58" dirty="0">
                <a:solidFill>
                  <a:srgbClr val="FFFFFF"/>
                </a:solidFill>
                <a:latin typeface="Space Mono" panose="02000509040000020004" charset="0"/>
              </a:rPr>
              <a:t>Project Description</a:t>
            </a:r>
          </a:p>
        </p:txBody>
      </p:sp>
      <p:sp>
        <p:nvSpPr>
          <p:cNvPr id="95" name="TextBox 95"/>
          <p:cNvSpPr txBox="1"/>
          <p:nvPr/>
        </p:nvSpPr>
        <p:spPr>
          <a:xfrm>
            <a:off x="366257" y="6952873"/>
            <a:ext cx="6984424" cy="708527"/>
          </a:xfrm>
          <a:prstGeom prst="rect">
            <a:avLst/>
          </a:prstGeom>
        </p:spPr>
        <p:txBody>
          <a:bodyPr wrap="square" lIns="0" tIns="0" rIns="0" bIns="0" rtlCol="0" anchor="t">
            <a:spAutoFit/>
          </a:bodyPr>
          <a:lstStyle/>
          <a:p>
            <a:pPr defTabSz="593844">
              <a:lnSpc>
                <a:spcPts val="1909"/>
              </a:lnSpc>
              <a:spcBef>
                <a:spcPct val="0"/>
              </a:spcBef>
            </a:pPr>
            <a:r>
              <a:rPr lang="en-US" sz="1500" dirty="0">
                <a:solidFill>
                  <a:srgbClr val="FFFFFF"/>
                </a:solidFill>
                <a:latin typeface="Barlow Medium"/>
              </a:rPr>
              <a:t>Machine learning analysis of Spotify data to identify audio features predicting song popularity, providing data-driven insights for artists and producers in the competitive digital music landscape.</a:t>
            </a:r>
          </a:p>
        </p:txBody>
      </p:sp>
      <p:sp>
        <p:nvSpPr>
          <p:cNvPr id="96" name="TextBox 96"/>
          <p:cNvSpPr txBox="1"/>
          <p:nvPr/>
        </p:nvSpPr>
        <p:spPr>
          <a:xfrm>
            <a:off x="355198" y="311718"/>
            <a:ext cx="6874546" cy="4924425"/>
          </a:xfrm>
          <a:prstGeom prst="rect">
            <a:avLst/>
          </a:prstGeom>
        </p:spPr>
        <p:txBody>
          <a:bodyPr wrap="square" lIns="0" tIns="0" rIns="0" bIns="0" rtlCol="0" anchor="t">
            <a:spAutoFit/>
          </a:bodyPr>
          <a:lstStyle/>
          <a:p>
            <a:pPr defTabSz="593844"/>
            <a:r>
              <a:rPr lang="en-US" sz="8000" b="1" spc="-183" dirty="0">
                <a:solidFill>
                  <a:srgbClr val="FAFAFA"/>
                </a:solidFill>
                <a:latin typeface="Space Mono" panose="020B0604020202020204" charset="0"/>
              </a:rPr>
              <a:t>Unlocking the Charts: The Hidden Secrets From Hits</a:t>
            </a:r>
          </a:p>
        </p:txBody>
      </p:sp>
      <p:sp>
        <p:nvSpPr>
          <p:cNvPr id="97" name="TextBox 97"/>
          <p:cNvSpPr txBox="1"/>
          <p:nvPr/>
        </p:nvSpPr>
        <p:spPr>
          <a:xfrm>
            <a:off x="7753850" y="1265475"/>
            <a:ext cx="6864742" cy="2430474"/>
          </a:xfrm>
          <a:prstGeom prst="rect">
            <a:avLst/>
          </a:prstGeom>
        </p:spPr>
        <p:txBody>
          <a:bodyPr wrap="square" lIns="0" tIns="0" rIns="0" bIns="0" rtlCol="0" anchor="t">
            <a:spAutoFit/>
          </a:bodyPr>
          <a:lstStyle/>
          <a:p>
            <a:pPr algn="just" defTabSz="593844">
              <a:lnSpc>
                <a:spcPts val="2364"/>
              </a:lnSpc>
              <a:spcBef>
                <a:spcPct val="0"/>
              </a:spcBef>
            </a:pPr>
            <a:r>
              <a:rPr lang="en-US" sz="1550" spc="-1" dirty="0">
                <a:solidFill>
                  <a:prstClr val="black"/>
                </a:solidFill>
                <a:latin typeface="Arial Nova Light"/>
                <a:ea typeface="DejaVu Sans"/>
              </a:rPr>
              <a:t>Spotify's digital marketplace creates intense competition where over 100,000 tracks are uploaded daily. </a:t>
            </a:r>
          </a:p>
          <a:p>
            <a:pPr algn="just" defTabSz="593844">
              <a:lnSpc>
                <a:spcPts val="2364"/>
              </a:lnSpc>
              <a:spcBef>
                <a:spcPct val="0"/>
              </a:spcBef>
            </a:pPr>
            <a:r>
              <a:rPr lang="en-US" sz="1550" spc="-1" dirty="0">
                <a:solidFill>
                  <a:prstClr val="black"/>
                </a:solidFill>
                <a:latin typeface="Arial Nova Light"/>
                <a:ea typeface="DejaVu Sans"/>
              </a:rPr>
              <a:t>Artists struggle with music discovery in this saturated environment. While creativity remains essential, understanding the data-driven mechanics behind successful songs provides strategic advantage. This study analyzes 4,829 Spotify tracks using machine learning to identify which audio features and metadata characteristics distinguish hit songs from less popular tracks, moving from intuition to evidence-based production decisions.</a:t>
            </a:r>
            <a:endParaRPr lang="en-US" sz="1550" spc="-1" dirty="0">
              <a:solidFill>
                <a:prstClr val="black"/>
              </a:solidFill>
              <a:latin typeface="Arial"/>
            </a:endParaRPr>
          </a:p>
        </p:txBody>
      </p:sp>
      <p:pic>
        <p:nvPicPr>
          <p:cNvPr id="1026" name="Picture 2">
            <a:extLst>
              <a:ext uri="{FF2B5EF4-FFF2-40B4-BE49-F238E27FC236}">
                <a16:creationId xmlns:a16="http://schemas.microsoft.com/office/drawing/2014/main" id="{32980C5E-22EA-A262-A795-20B7C091FFF4}"/>
              </a:ext>
            </a:extLst>
          </p:cNvPr>
          <p:cNvPicPr>
            <a:picLocks noChangeAspect="1" noChangeArrowheads="1"/>
          </p:cNvPicPr>
          <p:nvPr/>
        </p:nvPicPr>
        <p:blipFill rotWithShape="1">
          <a:blip r:embed="rId5">
            <a:duotone>
              <a:schemeClr val="bg2">
                <a:shade val="45000"/>
                <a:satMod val="135000"/>
              </a:schemeClr>
              <a:prstClr val="white"/>
            </a:duotone>
            <a:extLst>
              <a:ext uri="{BEBA8EAE-BF5A-486C-A8C5-ECC9F3942E4B}">
                <a14:imgProps xmlns:a14="http://schemas.microsoft.com/office/drawing/2010/main">
                  <a14:imgLayer r:embed="rId6">
                    <a14:imgEffect>
                      <a14:colorTemperature colorTemp="6600"/>
                    </a14:imgEffect>
                    <a14:imgEffect>
                      <a14:saturation sat="400000"/>
                    </a14:imgEffect>
                    <a14:imgEffect>
                      <a14:brightnessContrast bright="82000" contrast="100000"/>
                    </a14:imgEffect>
                  </a14:imgLayer>
                </a14:imgProps>
              </a:ext>
              <a:ext uri="{28A0092B-C50C-407E-A947-70E740481C1C}">
                <a14:useLocalDpi xmlns:a14="http://schemas.microsoft.com/office/drawing/2010/main" val="0"/>
              </a:ext>
            </a:extLst>
          </a:blip>
          <a:srcRect l="6970" r="6583"/>
          <a:stretch/>
        </p:blipFill>
        <p:spPr bwMode="auto">
          <a:xfrm>
            <a:off x="384919" y="18689830"/>
            <a:ext cx="7195148" cy="2880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9C9C5303-F872-8609-DC90-1BD9B1640191}"/>
              </a:ext>
            </a:extLst>
          </p:cNvPr>
          <p:cNvGrpSpPr/>
          <p:nvPr/>
        </p:nvGrpSpPr>
        <p:grpSpPr>
          <a:xfrm>
            <a:off x="7774588" y="8351094"/>
            <a:ext cx="6799730" cy="1080000"/>
            <a:chOff x="8018428" y="912724"/>
            <a:chExt cx="6799730" cy="1080000"/>
          </a:xfrm>
        </p:grpSpPr>
        <p:sp>
          <p:nvSpPr>
            <p:cNvPr id="17" name="Freeform 24">
              <a:extLst>
                <a:ext uri="{FF2B5EF4-FFF2-40B4-BE49-F238E27FC236}">
                  <a16:creationId xmlns:a16="http://schemas.microsoft.com/office/drawing/2014/main" id="{802B00EE-2C51-ED28-0A84-4808BF498A1C}"/>
                </a:ext>
              </a:extLst>
            </p:cNvPr>
            <p:cNvSpPr>
              <a:spLocks noChangeAspect="1"/>
            </p:cNvSpPr>
            <p:nvPr/>
          </p:nvSpPr>
          <p:spPr>
            <a:xfrm>
              <a:off x="8018428" y="912724"/>
              <a:ext cx="1080000" cy="1080000"/>
            </a:xfrm>
            <a:custGeom>
              <a:avLst/>
              <a:gdLst/>
              <a:ahLst/>
              <a:cxnLst/>
              <a:rect l="l" t="t" r="r" b="b"/>
              <a:pathLst>
                <a:path w="6355080" h="6355080">
                  <a:moveTo>
                    <a:pt x="3177540" y="6355080"/>
                  </a:moveTo>
                  <a:cubicBezTo>
                    <a:pt x="2329180" y="6355080"/>
                    <a:pt x="1530350" y="6024880"/>
                    <a:pt x="930910" y="5424170"/>
                  </a:cubicBezTo>
                  <a:cubicBezTo>
                    <a:pt x="330200" y="4824730"/>
                    <a:pt x="0" y="4025900"/>
                    <a:pt x="0" y="3177540"/>
                  </a:cubicBezTo>
                  <a:cubicBezTo>
                    <a:pt x="0" y="2329180"/>
                    <a:pt x="330200" y="1530350"/>
                    <a:pt x="930910" y="930910"/>
                  </a:cubicBezTo>
                  <a:cubicBezTo>
                    <a:pt x="1530350" y="330200"/>
                    <a:pt x="2329180" y="0"/>
                    <a:pt x="3177540" y="0"/>
                  </a:cubicBezTo>
                  <a:cubicBezTo>
                    <a:pt x="4025900" y="0"/>
                    <a:pt x="4824730" y="330200"/>
                    <a:pt x="5424170" y="930910"/>
                  </a:cubicBezTo>
                  <a:cubicBezTo>
                    <a:pt x="6024880" y="1531620"/>
                    <a:pt x="6355080" y="2329180"/>
                    <a:pt x="6355080" y="3177540"/>
                  </a:cubicBezTo>
                  <a:cubicBezTo>
                    <a:pt x="6355080" y="4025900"/>
                    <a:pt x="6024880" y="4824730"/>
                    <a:pt x="5424170" y="5424170"/>
                  </a:cubicBezTo>
                  <a:cubicBezTo>
                    <a:pt x="4824730" y="6024880"/>
                    <a:pt x="4025900" y="6355080"/>
                    <a:pt x="3177540" y="6355080"/>
                  </a:cubicBezTo>
                  <a:close/>
                  <a:moveTo>
                    <a:pt x="3177540" y="190500"/>
                  </a:moveTo>
                  <a:cubicBezTo>
                    <a:pt x="2379980" y="190500"/>
                    <a:pt x="1629410" y="501650"/>
                    <a:pt x="1065530" y="1065530"/>
                  </a:cubicBezTo>
                  <a:cubicBezTo>
                    <a:pt x="501650" y="1629410"/>
                    <a:pt x="190500" y="2379980"/>
                    <a:pt x="190500" y="3177540"/>
                  </a:cubicBezTo>
                  <a:cubicBezTo>
                    <a:pt x="190500" y="3975100"/>
                    <a:pt x="501650" y="4725670"/>
                    <a:pt x="1065530" y="5289550"/>
                  </a:cubicBezTo>
                  <a:cubicBezTo>
                    <a:pt x="1629410" y="5853430"/>
                    <a:pt x="2379980" y="6164580"/>
                    <a:pt x="3177540" y="6164580"/>
                  </a:cubicBezTo>
                  <a:cubicBezTo>
                    <a:pt x="3975100" y="6164580"/>
                    <a:pt x="4725670" y="5853430"/>
                    <a:pt x="5289550" y="5289550"/>
                  </a:cubicBezTo>
                  <a:cubicBezTo>
                    <a:pt x="5853430" y="4725670"/>
                    <a:pt x="6164580" y="3975100"/>
                    <a:pt x="6164580" y="3177540"/>
                  </a:cubicBezTo>
                  <a:cubicBezTo>
                    <a:pt x="6164580" y="2379980"/>
                    <a:pt x="5853430" y="1629410"/>
                    <a:pt x="5289550" y="1065530"/>
                  </a:cubicBezTo>
                  <a:cubicBezTo>
                    <a:pt x="4725670" y="501650"/>
                    <a:pt x="3975100" y="190500"/>
                    <a:pt x="3177540" y="190500"/>
                  </a:cubicBezTo>
                  <a:close/>
                </a:path>
              </a:pathLst>
            </a:custGeom>
            <a:solidFill>
              <a:srgbClr val="04B0A0"/>
            </a:solidFill>
            <a:ln w="12700">
              <a:solidFill>
                <a:srgbClr val="04B0A0"/>
              </a:solidFill>
            </a:ln>
          </p:spPr>
          <p:txBody>
            <a:bodyPr/>
            <a:lstStyle/>
            <a:p>
              <a:endParaRPr lang="en-IE" sz="4600" dirty="0"/>
            </a:p>
          </p:txBody>
        </p:sp>
        <p:sp>
          <p:nvSpPr>
            <p:cNvPr id="19" name="TextBox 25">
              <a:extLst>
                <a:ext uri="{FF2B5EF4-FFF2-40B4-BE49-F238E27FC236}">
                  <a16:creationId xmlns:a16="http://schemas.microsoft.com/office/drawing/2014/main" id="{CE50B929-BD71-D2A2-92C7-B30864A28891}"/>
                </a:ext>
              </a:extLst>
            </p:cNvPr>
            <p:cNvSpPr txBox="1"/>
            <p:nvPr/>
          </p:nvSpPr>
          <p:spPr>
            <a:xfrm>
              <a:off x="8267668" y="1227462"/>
              <a:ext cx="614708" cy="559705"/>
            </a:xfrm>
            <a:prstGeom prst="rect">
              <a:avLst/>
            </a:prstGeom>
          </p:spPr>
          <p:txBody>
            <a:bodyPr lIns="0" tIns="0" rIns="0" bIns="0" rtlCol="0" anchor="t">
              <a:spAutoFit/>
            </a:bodyPr>
            <a:lstStyle/>
            <a:p>
              <a:pPr algn="ctr" defTabSz="593844">
                <a:lnSpc>
                  <a:spcPts val="4222"/>
                </a:lnSpc>
                <a:spcBef>
                  <a:spcPct val="0"/>
                </a:spcBef>
              </a:pPr>
              <a:r>
                <a:rPr lang="en-US" sz="4600" b="1" spc="-97" dirty="0">
                  <a:solidFill>
                    <a:srgbClr val="04B0A0"/>
                  </a:solidFill>
                  <a:latin typeface="Space Mono" panose="020B0604020202020204" charset="0"/>
                </a:rPr>
                <a:t>03</a:t>
              </a:r>
            </a:p>
          </p:txBody>
        </p:sp>
        <p:sp>
          <p:nvSpPr>
            <p:cNvPr id="33" name="TextBox 26">
              <a:extLst>
                <a:ext uri="{FF2B5EF4-FFF2-40B4-BE49-F238E27FC236}">
                  <a16:creationId xmlns:a16="http://schemas.microsoft.com/office/drawing/2014/main" id="{92DC477B-28CC-316A-07F5-8712A9B7EE23}"/>
                </a:ext>
              </a:extLst>
            </p:cNvPr>
            <p:cNvSpPr txBox="1"/>
            <p:nvPr/>
          </p:nvSpPr>
          <p:spPr>
            <a:xfrm>
              <a:off x="9475320" y="1228699"/>
              <a:ext cx="5342838" cy="559705"/>
            </a:xfrm>
            <a:prstGeom prst="rect">
              <a:avLst/>
            </a:prstGeom>
          </p:spPr>
          <p:txBody>
            <a:bodyPr lIns="0" tIns="0" rIns="0" bIns="0" rtlCol="0" anchor="t">
              <a:spAutoFit/>
            </a:bodyPr>
            <a:lstStyle/>
            <a:p>
              <a:pPr defTabSz="593844">
                <a:lnSpc>
                  <a:spcPts val="4222"/>
                </a:lnSpc>
                <a:spcBef>
                  <a:spcPct val="0"/>
                </a:spcBef>
              </a:pPr>
              <a:r>
                <a:rPr lang="en-US" sz="4600" b="1" spc="100" dirty="0">
                  <a:solidFill>
                    <a:srgbClr val="04B0A0"/>
                  </a:solidFill>
                  <a:latin typeface="Space Mono" panose="020B0604020202020204" charset="0"/>
                </a:rPr>
                <a:t>METHODOLOGY</a:t>
              </a:r>
            </a:p>
          </p:txBody>
        </p:sp>
      </p:grpSp>
      <p:grpSp>
        <p:nvGrpSpPr>
          <p:cNvPr id="76" name="Group 75">
            <a:extLst>
              <a:ext uri="{FF2B5EF4-FFF2-40B4-BE49-F238E27FC236}">
                <a16:creationId xmlns:a16="http://schemas.microsoft.com/office/drawing/2014/main" id="{497BB03C-F843-6378-4EF8-4D0BB16C4822}"/>
              </a:ext>
            </a:extLst>
          </p:cNvPr>
          <p:cNvGrpSpPr/>
          <p:nvPr/>
        </p:nvGrpSpPr>
        <p:grpSpPr>
          <a:xfrm>
            <a:off x="22959860" y="14176995"/>
            <a:ext cx="6799730" cy="1080000"/>
            <a:chOff x="8018428" y="912724"/>
            <a:chExt cx="6799730" cy="1080000"/>
          </a:xfrm>
        </p:grpSpPr>
        <p:sp>
          <p:nvSpPr>
            <p:cNvPr id="77" name="Freeform 24">
              <a:extLst>
                <a:ext uri="{FF2B5EF4-FFF2-40B4-BE49-F238E27FC236}">
                  <a16:creationId xmlns:a16="http://schemas.microsoft.com/office/drawing/2014/main" id="{4D32689A-FD79-AA2A-783E-BFD0B6ABA271}"/>
                </a:ext>
              </a:extLst>
            </p:cNvPr>
            <p:cNvSpPr>
              <a:spLocks noChangeAspect="1"/>
            </p:cNvSpPr>
            <p:nvPr/>
          </p:nvSpPr>
          <p:spPr>
            <a:xfrm>
              <a:off x="8018428" y="912724"/>
              <a:ext cx="1080000" cy="1080000"/>
            </a:xfrm>
            <a:custGeom>
              <a:avLst/>
              <a:gdLst/>
              <a:ahLst/>
              <a:cxnLst/>
              <a:rect l="l" t="t" r="r" b="b"/>
              <a:pathLst>
                <a:path w="6355080" h="6355080">
                  <a:moveTo>
                    <a:pt x="3177540" y="6355080"/>
                  </a:moveTo>
                  <a:cubicBezTo>
                    <a:pt x="2329180" y="6355080"/>
                    <a:pt x="1530350" y="6024880"/>
                    <a:pt x="930910" y="5424170"/>
                  </a:cubicBezTo>
                  <a:cubicBezTo>
                    <a:pt x="330200" y="4824730"/>
                    <a:pt x="0" y="4025900"/>
                    <a:pt x="0" y="3177540"/>
                  </a:cubicBezTo>
                  <a:cubicBezTo>
                    <a:pt x="0" y="2329180"/>
                    <a:pt x="330200" y="1530350"/>
                    <a:pt x="930910" y="930910"/>
                  </a:cubicBezTo>
                  <a:cubicBezTo>
                    <a:pt x="1530350" y="330200"/>
                    <a:pt x="2329180" y="0"/>
                    <a:pt x="3177540" y="0"/>
                  </a:cubicBezTo>
                  <a:cubicBezTo>
                    <a:pt x="4025900" y="0"/>
                    <a:pt x="4824730" y="330200"/>
                    <a:pt x="5424170" y="930910"/>
                  </a:cubicBezTo>
                  <a:cubicBezTo>
                    <a:pt x="6024880" y="1531620"/>
                    <a:pt x="6355080" y="2329180"/>
                    <a:pt x="6355080" y="3177540"/>
                  </a:cubicBezTo>
                  <a:cubicBezTo>
                    <a:pt x="6355080" y="4025900"/>
                    <a:pt x="6024880" y="4824730"/>
                    <a:pt x="5424170" y="5424170"/>
                  </a:cubicBezTo>
                  <a:cubicBezTo>
                    <a:pt x="4824730" y="6024880"/>
                    <a:pt x="4025900" y="6355080"/>
                    <a:pt x="3177540" y="6355080"/>
                  </a:cubicBezTo>
                  <a:close/>
                  <a:moveTo>
                    <a:pt x="3177540" y="190500"/>
                  </a:moveTo>
                  <a:cubicBezTo>
                    <a:pt x="2379980" y="190500"/>
                    <a:pt x="1629410" y="501650"/>
                    <a:pt x="1065530" y="1065530"/>
                  </a:cubicBezTo>
                  <a:cubicBezTo>
                    <a:pt x="501650" y="1629410"/>
                    <a:pt x="190500" y="2379980"/>
                    <a:pt x="190500" y="3177540"/>
                  </a:cubicBezTo>
                  <a:cubicBezTo>
                    <a:pt x="190500" y="3975100"/>
                    <a:pt x="501650" y="4725670"/>
                    <a:pt x="1065530" y="5289550"/>
                  </a:cubicBezTo>
                  <a:cubicBezTo>
                    <a:pt x="1629410" y="5853430"/>
                    <a:pt x="2379980" y="6164580"/>
                    <a:pt x="3177540" y="6164580"/>
                  </a:cubicBezTo>
                  <a:cubicBezTo>
                    <a:pt x="3975100" y="6164580"/>
                    <a:pt x="4725670" y="5853430"/>
                    <a:pt x="5289550" y="5289550"/>
                  </a:cubicBezTo>
                  <a:cubicBezTo>
                    <a:pt x="5853430" y="4725670"/>
                    <a:pt x="6164580" y="3975100"/>
                    <a:pt x="6164580" y="3177540"/>
                  </a:cubicBezTo>
                  <a:cubicBezTo>
                    <a:pt x="6164580" y="2379980"/>
                    <a:pt x="5853430" y="1629410"/>
                    <a:pt x="5289550" y="1065530"/>
                  </a:cubicBezTo>
                  <a:cubicBezTo>
                    <a:pt x="4725670" y="501650"/>
                    <a:pt x="3975100" y="190500"/>
                    <a:pt x="3177540" y="190500"/>
                  </a:cubicBezTo>
                  <a:close/>
                </a:path>
              </a:pathLst>
            </a:custGeom>
            <a:solidFill>
              <a:srgbClr val="04B0A0"/>
            </a:solidFill>
            <a:ln w="12700">
              <a:solidFill>
                <a:srgbClr val="04B0A0"/>
              </a:solidFill>
            </a:ln>
          </p:spPr>
          <p:txBody>
            <a:bodyPr/>
            <a:lstStyle/>
            <a:p>
              <a:endParaRPr lang="en-IE" dirty="0"/>
            </a:p>
          </p:txBody>
        </p:sp>
        <p:sp>
          <p:nvSpPr>
            <p:cNvPr id="78" name="TextBox 25">
              <a:extLst>
                <a:ext uri="{FF2B5EF4-FFF2-40B4-BE49-F238E27FC236}">
                  <a16:creationId xmlns:a16="http://schemas.microsoft.com/office/drawing/2014/main" id="{9B4EBB3B-A3BA-0056-A4DB-8C285DA1015C}"/>
                </a:ext>
              </a:extLst>
            </p:cNvPr>
            <p:cNvSpPr txBox="1"/>
            <p:nvPr/>
          </p:nvSpPr>
          <p:spPr>
            <a:xfrm>
              <a:off x="8267668" y="1227462"/>
              <a:ext cx="614708" cy="552908"/>
            </a:xfrm>
            <a:prstGeom prst="rect">
              <a:avLst/>
            </a:prstGeom>
          </p:spPr>
          <p:txBody>
            <a:bodyPr lIns="0" tIns="0" rIns="0" bIns="0" rtlCol="0" anchor="t">
              <a:spAutoFit/>
            </a:bodyPr>
            <a:lstStyle/>
            <a:p>
              <a:pPr algn="ctr" defTabSz="593844">
                <a:lnSpc>
                  <a:spcPts val="4222"/>
                </a:lnSpc>
                <a:spcBef>
                  <a:spcPct val="0"/>
                </a:spcBef>
              </a:pPr>
              <a:r>
                <a:rPr lang="en-US" sz="4400" b="1" spc="-97" dirty="0">
                  <a:solidFill>
                    <a:srgbClr val="04B0A0"/>
                  </a:solidFill>
                  <a:latin typeface="Space Mono" panose="020B0604020202020204" charset="0"/>
                </a:rPr>
                <a:t>05</a:t>
              </a:r>
            </a:p>
          </p:txBody>
        </p:sp>
        <p:sp>
          <p:nvSpPr>
            <p:cNvPr id="79" name="TextBox 26">
              <a:extLst>
                <a:ext uri="{FF2B5EF4-FFF2-40B4-BE49-F238E27FC236}">
                  <a16:creationId xmlns:a16="http://schemas.microsoft.com/office/drawing/2014/main" id="{AC2A0D63-29AC-A9E5-1327-C22F1CFBBB53}"/>
                </a:ext>
              </a:extLst>
            </p:cNvPr>
            <p:cNvSpPr txBox="1"/>
            <p:nvPr/>
          </p:nvSpPr>
          <p:spPr>
            <a:xfrm>
              <a:off x="9475320" y="1228699"/>
              <a:ext cx="5342838" cy="552908"/>
            </a:xfrm>
            <a:prstGeom prst="rect">
              <a:avLst/>
            </a:prstGeom>
          </p:spPr>
          <p:txBody>
            <a:bodyPr lIns="0" tIns="0" rIns="0" bIns="0" rtlCol="0" anchor="t">
              <a:spAutoFit/>
            </a:bodyPr>
            <a:lstStyle/>
            <a:p>
              <a:pPr defTabSz="593844">
                <a:lnSpc>
                  <a:spcPts val="4222"/>
                </a:lnSpc>
                <a:spcBef>
                  <a:spcPct val="0"/>
                </a:spcBef>
              </a:pPr>
              <a:r>
                <a:rPr lang="en-US" sz="4400" b="1" spc="100" dirty="0">
                  <a:solidFill>
                    <a:srgbClr val="04B0A0"/>
                  </a:solidFill>
                  <a:latin typeface="Space Mono" panose="020B0604020202020204" charset="0"/>
                </a:rPr>
                <a:t>CONCLUSION</a:t>
              </a:r>
            </a:p>
          </p:txBody>
        </p:sp>
      </p:grpSp>
      <p:sp>
        <p:nvSpPr>
          <p:cNvPr id="121" name="TextBox 68">
            <a:extLst>
              <a:ext uri="{FF2B5EF4-FFF2-40B4-BE49-F238E27FC236}">
                <a16:creationId xmlns:a16="http://schemas.microsoft.com/office/drawing/2014/main" id="{35D81CA1-5867-B1C8-ED76-16DEFD28DF31}"/>
              </a:ext>
            </a:extLst>
          </p:cNvPr>
          <p:cNvSpPr txBox="1"/>
          <p:nvPr/>
        </p:nvSpPr>
        <p:spPr>
          <a:xfrm>
            <a:off x="7869600" y="10244335"/>
            <a:ext cx="4556861" cy="1107996"/>
          </a:xfrm>
          <a:prstGeom prst="rect">
            <a:avLst/>
          </a:prstGeom>
        </p:spPr>
        <p:txBody>
          <a:bodyPr wrap="square" lIns="0" tIns="0" rIns="0" bIns="0" rtlCol="0" anchor="t">
            <a:spAutoFit/>
          </a:bodyPr>
          <a:lstStyle/>
          <a:p>
            <a:r>
              <a:rPr lang="en-US" sz="3600" dirty="0">
                <a:solidFill>
                  <a:srgbClr val="89C345"/>
                </a:solidFill>
                <a:latin typeface="Barlow Medium"/>
              </a:rPr>
              <a:t>CRISP-DM Methodology:</a:t>
            </a:r>
          </a:p>
        </p:txBody>
      </p:sp>
      <p:sp>
        <p:nvSpPr>
          <p:cNvPr id="124" name="TextBox 99">
            <a:extLst>
              <a:ext uri="{FF2B5EF4-FFF2-40B4-BE49-F238E27FC236}">
                <a16:creationId xmlns:a16="http://schemas.microsoft.com/office/drawing/2014/main" id="{382F7953-3064-9A0A-758D-592605BB46FB}"/>
              </a:ext>
            </a:extLst>
          </p:cNvPr>
          <p:cNvSpPr txBox="1"/>
          <p:nvPr/>
        </p:nvSpPr>
        <p:spPr>
          <a:xfrm>
            <a:off x="7774588" y="5126283"/>
            <a:ext cx="6951264" cy="2872581"/>
          </a:xfrm>
          <a:prstGeom prst="rect">
            <a:avLst/>
          </a:prstGeom>
        </p:spPr>
        <p:txBody>
          <a:bodyPr wrap="square" lIns="0" tIns="0" rIns="0" bIns="0" rtlCol="0" anchor="t">
            <a:spAutoFit/>
          </a:bodyPr>
          <a:lstStyle/>
          <a:p>
            <a:pPr marL="342900" lvl="0" indent="-342900" algn="just">
              <a:spcAft>
                <a:spcPts val="800"/>
              </a:spcAft>
              <a:buSzPts val="1000"/>
              <a:buFont typeface="Symbol" panose="05050102010706020507" pitchFamily="18" charset="2"/>
              <a:buChar char=""/>
              <a:tabLst>
                <a:tab pos="457200" algn="l"/>
              </a:tabLst>
            </a:pPr>
            <a:r>
              <a:rPr lang="en-US" sz="1600" spc="-1" dirty="0">
                <a:solidFill>
                  <a:prstClr val="black"/>
                </a:solidFill>
                <a:latin typeface="Arial Nova Light"/>
              </a:rPr>
              <a:t>Identify statistical relationships between audio features (danceability, energy, loudness, valence) and song popularity classification</a:t>
            </a:r>
          </a:p>
          <a:p>
            <a:pPr marL="342900" lvl="0" indent="-342900" algn="just">
              <a:spcAft>
                <a:spcPts val="800"/>
              </a:spcAft>
              <a:buSzPts val="1000"/>
              <a:buFont typeface="Symbol" panose="05050102010706020507" pitchFamily="18" charset="2"/>
              <a:buChar char=""/>
              <a:tabLst>
                <a:tab pos="457200" algn="l"/>
              </a:tabLst>
            </a:pPr>
            <a:r>
              <a:rPr lang="en-US" sz="1600" spc="-1" dirty="0">
                <a:solidFill>
                  <a:prstClr val="black"/>
                </a:solidFill>
                <a:latin typeface="Arial Nova Light"/>
              </a:rPr>
              <a:t>Analyze structural elements including tempo, duration, key, mode, and release timing for correlation with success</a:t>
            </a:r>
          </a:p>
          <a:p>
            <a:pPr marL="342900" lvl="0" indent="-342900" algn="just">
              <a:spcAft>
                <a:spcPts val="800"/>
              </a:spcAft>
              <a:buSzPts val="1000"/>
              <a:buFont typeface="Symbol" panose="05050102010706020507" pitchFamily="18" charset="2"/>
              <a:buChar char=""/>
              <a:tabLst>
                <a:tab pos="457200" algn="l"/>
              </a:tabLst>
            </a:pPr>
            <a:r>
              <a:rPr lang="en-US" sz="1600" spc="-1" dirty="0">
                <a:solidFill>
                  <a:prstClr val="black"/>
                </a:solidFill>
                <a:latin typeface="Arial Nova Light"/>
              </a:rPr>
              <a:t>Develop accurate ML models to predict high popularity songs based on intrinsic features</a:t>
            </a:r>
          </a:p>
          <a:p>
            <a:pPr marL="342900" lvl="0" indent="-342900" algn="just">
              <a:spcAft>
                <a:spcPts val="800"/>
              </a:spcAft>
              <a:buSzPts val="1000"/>
              <a:buFont typeface="Symbol" panose="05050102010706020507" pitchFamily="18" charset="2"/>
              <a:buChar char=""/>
              <a:tabLst>
                <a:tab pos="457200" algn="l"/>
              </a:tabLst>
            </a:pPr>
            <a:r>
              <a:rPr lang="en-IE" sz="1600" spc="-1" dirty="0">
                <a:solidFill>
                  <a:prstClr val="black"/>
                </a:solidFill>
                <a:latin typeface="Arial Nova Light"/>
              </a:rPr>
              <a:t>Compare and choose the best of three machine learning models (KNN, Decision Tree, SVM).</a:t>
            </a:r>
          </a:p>
          <a:p>
            <a:pPr marL="342900" lvl="0" indent="-342900" algn="just">
              <a:spcAft>
                <a:spcPts val="800"/>
              </a:spcAft>
              <a:buSzPts val="1000"/>
              <a:buFont typeface="Symbol" panose="05050102010706020507" pitchFamily="18" charset="2"/>
              <a:buChar char=""/>
              <a:tabLst>
                <a:tab pos="457200" algn="l"/>
              </a:tabLst>
            </a:pPr>
            <a:r>
              <a:rPr lang="en-US" sz="1600" spc="-1" dirty="0">
                <a:solidFill>
                  <a:prstClr val="black"/>
                </a:solidFill>
                <a:latin typeface="Arial Nova Light"/>
              </a:rPr>
              <a:t>Extract actionable insights and strategic recommendations for artists and producers to increase competitive advantage</a:t>
            </a:r>
            <a:endParaRPr lang="en-IE" sz="1600" spc="-1" dirty="0">
              <a:solidFill>
                <a:prstClr val="black"/>
              </a:solidFill>
              <a:latin typeface="Arial Nova Light"/>
            </a:endParaRPr>
          </a:p>
        </p:txBody>
      </p:sp>
      <p:grpSp>
        <p:nvGrpSpPr>
          <p:cNvPr id="125" name="Group 124">
            <a:extLst>
              <a:ext uri="{FF2B5EF4-FFF2-40B4-BE49-F238E27FC236}">
                <a16:creationId xmlns:a16="http://schemas.microsoft.com/office/drawing/2014/main" id="{1DE921A6-39C9-BC2D-6C51-4B286A11A6D1}"/>
              </a:ext>
            </a:extLst>
          </p:cNvPr>
          <p:cNvGrpSpPr/>
          <p:nvPr/>
        </p:nvGrpSpPr>
        <p:grpSpPr>
          <a:xfrm>
            <a:off x="7774588" y="4006493"/>
            <a:ext cx="6799730" cy="1080000"/>
            <a:chOff x="8018428" y="912724"/>
            <a:chExt cx="6799730" cy="1080000"/>
          </a:xfrm>
        </p:grpSpPr>
        <p:sp>
          <p:nvSpPr>
            <p:cNvPr id="126" name="Freeform 24">
              <a:extLst>
                <a:ext uri="{FF2B5EF4-FFF2-40B4-BE49-F238E27FC236}">
                  <a16:creationId xmlns:a16="http://schemas.microsoft.com/office/drawing/2014/main" id="{863D703E-D1BD-BCDF-58AB-D71E1FDDCF8A}"/>
                </a:ext>
              </a:extLst>
            </p:cNvPr>
            <p:cNvSpPr>
              <a:spLocks noChangeAspect="1"/>
            </p:cNvSpPr>
            <p:nvPr/>
          </p:nvSpPr>
          <p:spPr>
            <a:xfrm>
              <a:off x="8018428" y="912724"/>
              <a:ext cx="1080000" cy="1080000"/>
            </a:xfrm>
            <a:custGeom>
              <a:avLst/>
              <a:gdLst/>
              <a:ahLst/>
              <a:cxnLst/>
              <a:rect l="l" t="t" r="r" b="b"/>
              <a:pathLst>
                <a:path w="6355080" h="6355080">
                  <a:moveTo>
                    <a:pt x="3177540" y="6355080"/>
                  </a:moveTo>
                  <a:cubicBezTo>
                    <a:pt x="2329180" y="6355080"/>
                    <a:pt x="1530350" y="6024880"/>
                    <a:pt x="930910" y="5424170"/>
                  </a:cubicBezTo>
                  <a:cubicBezTo>
                    <a:pt x="330200" y="4824730"/>
                    <a:pt x="0" y="4025900"/>
                    <a:pt x="0" y="3177540"/>
                  </a:cubicBezTo>
                  <a:cubicBezTo>
                    <a:pt x="0" y="2329180"/>
                    <a:pt x="330200" y="1530350"/>
                    <a:pt x="930910" y="930910"/>
                  </a:cubicBezTo>
                  <a:cubicBezTo>
                    <a:pt x="1530350" y="330200"/>
                    <a:pt x="2329180" y="0"/>
                    <a:pt x="3177540" y="0"/>
                  </a:cubicBezTo>
                  <a:cubicBezTo>
                    <a:pt x="4025900" y="0"/>
                    <a:pt x="4824730" y="330200"/>
                    <a:pt x="5424170" y="930910"/>
                  </a:cubicBezTo>
                  <a:cubicBezTo>
                    <a:pt x="6024880" y="1531620"/>
                    <a:pt x="6355080" y="2329180"/>
                    <a:pt x="6355080" y="3177540"/>
                  </a:cubicBezTo>
                  <a:cubicBezTo>
                    <a:pt x="6355080" y="4025900"/>
                    <a:pt x="6024880" y="4824730"/>
                    <a:pt x="5424170" y="5424170"/>
                  </a:cubicBezTo>
                  <a:cubicBezTo>
                    <a:pt x="4824730" y="6024880"/>
                    <a:pt x="4025900" y="6355080"/>
                    <a:pt x="3177540" y="6355080"/>
                  </a:cubicBezTo>
                  <a:close/>
                  <a:moveTo>
                    <a:pt x="3177540" y="190500"/>
                  </a:moveTo>
                  <a:cubicBezTo>
                    <a:pt x="2379980" y="190500"/>
                    <a:pt x="1629410" y="501650"/>
                    <a:pt x="1065530" y="1065530"/>
                  </a:cubicBezTo>
                  <a:cubicBezTo>
                    <a:pt x="501650" y="1629410"/>
                    <a:pt x="190500" y="2379980"/>
                    <a:pt x="190500" y="3177540"/>
                  </a:cubicBezTo>
                  <a:cubicBezTo>
                    <a:pt x="190500" y="3975100"/>
                    <a:pt x="501650" y="4725670"/>
                    <a:pt x="1065530" y="5289550"/>
                  </a:cubicBezTo>
                  <a:cubicBezTo>
                    <a:pt x="1629410" y="5853430"/>
                    <a:pt x="2379980" y="6164580"/>
                    <a:pt x="3177540" y="6164580"/>
                  </a:cubicBezTo>
                  <a:cubicBezTo>
                    <a:pt x="3975100" y="6164580"/>
                    <a:pt x="4725670" y="5853430"/>
                    <a:pt x="5289550" y="5289550"/>
                  </a:cubicBezTo>
                  <a:cubicBezTo>
                    <a:pt x="5853430" y="4725670"/>
                    <a:pt x="6164580" y="3975100"/>
                    <a:pt x="6164580" y="3177540"/>
                  </a:cubicBezTo>
                  <a:cubicBezTo>
                    <a:pt x="6164580" y="2379980"/>
                    <a:pt x="5853430" y="1629410"/>
                    <a:pt x="5289550" y="1065530"/>
                  </a:cubicBezTo>
                  <a:cubicBezTo>
                    <a:pt x="4725670" y="501650"/>
                    <a:pt x="3975100" y="190500"/>
                    <a:pt x="3177540" y="190500"/>
                  </a:cubicBezTo>
                  <a:close/>
                </a:path>
              </a:pathLst>
            </a:custGeom>
            <a:solidFill>
              <a:srgbClr val="04B0A0"/>
            </a:solidFill>
            <a:ln w="12700">
              <a:solidFill>
                <a:srgbClr val="04B0A0"/>
              </a:solidFill>
            </a:ln>
          </p:spPr>
          <p:txBody>
            <a:bodyPr/>
            <a:lstStyle/>
            <a:p>
              <a:endParaRPr lang="en-IE" sz="4600" dirty="0"/>
            </a:p>
          </p:txBody>
        </p:sp>
        <p:sp>
          <p:nvSpPr>
            <p:cNvPr id="127" name="TextBox 25">
              <a:extLst>
                <a:ext uri="{FF2B5EF4-FFF2-40B4-BE49-F238E27FC236}">
                  <a16:creationId xmlns:a16="http://schemas.microsoft.com/office/drawing/2014/main" id="{1E5DA534-E25C-D05C-FC3F-03ED8D64AB3C}"/>
                </a:ext>
              </a:extLst>
            </p:cNvPr>
            <p:cNvSpPr txBox="1"/>
            <p:nvPr/>
          </p:nvSpPr>
          <p:spPr>
            <a:xfrm>
              <a:off x="8267668" y="1227462"/>
              <a:ext cx="614708" cy="559705"/>
            </a:xfrm>
            <a:prstGeom prst="rect">
              <a:avLst/>
            </a:prstGeom>
          </p:spPr>
          <p:txBody>
            <a:bodyPr lIns="0" tIns="0" rIns="0" bIns="0" rtlCol="0" anchor="t">
              <a:spAutoFit/>
            </a:bodyPr>
            <a:lstStyle/>
            <a:p>
              <a:pPr algn="ctr" defTabSz="593844">
                <a:lnSpc>
                  <a:spcPts val="4222"/>
                </a:lnSpc>
                <a:spcBef>
                  <a:spcPct val="0"/>
                </a:spcBef>
              </a:pPr>
              <a:r>
                <a:rPr lang="en-US" sz="4600" b="1" spc="-97" dirty="0">
                  <a:solidFill>
                    <a:srgbClr val="04B0A0"/>
                  </a:solidFill>
                  <a:latin typeface="Space Mono" panose="020B0604020202020204" charset="0"/>
                </a:rPr>
                <a:t>02</a:t>
              </a:r>
            </a:p>
          </p:txBody>
        </p:sp>
        <p:sp>
          <p:nvSpPr>
            <p:cNvPr id="1024" name="TextBox 26">
              <a:extLst>
                <a:ext uri="{FF2B5EF4-FFF2-40B4-BE49-F238E27FC236}">
                  <a16:creationId xmlns:a16="http://schemas.microsoft.com/office/drawing/2014/main" id="{DFD7683C-2434-8290-F339-9E2E8EB7CDA4}"/>
                </a:ext>
              </a:extLst>
            </p:cNvPr>
            <p:cNvSpPr txBox="1"/>
            <p:nvPr/>
          </p:nvSpPr>
          <p:spPr>
            <a:xfrm>
              <a:off x="9475320" y="1228699"/>
              <a:ext cx="5342838" cy="559705"/>
            </a:xfrm>
            <a:prstGeom prst="rect">
              <a:avLst/>
            </a:prstGeom>
          </p:spPr>
          <p:txBody>
            <a:bodyPr lIns="0" tIns="0" rIns="0" bIns="0" rtlCol="0" anchor="t">
              <a:spAutoFit/>
            </a:bodyPr>
            <a:lstStyle/>
            <a:p>
              <a:pPr defTabSz="593844">
                <a:lnSpc>
                  <a:spcPts val="4222"/>
                </a:lnSpc>
                <a:spcBef>
                  <a:spcPct val="0"/>
                </a:spcBef>
              </a:pPr>
              <a:r>
                <a:rPr lang="en-US" sz="4600" b="1" spc="100" dirty="0">
                  <a:solidFill>
                    <a:srgbClr val="04B0A0"/>
                  </a:solidFill>
                  <a:latin typeface="Space Mono" panose="020B0604020202020204" charset="0"/>
                </a:rPr>
                <a:t>OBJECTIVES</a:t>
              </a:r>
            </a:p>
          </p:txBody>
        </p:sp>
      </p:grpSp>
      <p:sp>
        <p:nvSpPr>
          <p:cNvPr id="1027" name="TextBox 99">
            <a:extLst>
              <a:ext uri="{FF2B5EF4-FFF2-40B4-BE49-F238E27FC236}">
                <a16:creationId xmlns:a16="http://schemas.microsoft.com/office/drawing/2014/main" id="{F95A1211-4B46-9727-634F-FE8D58A94F73}"/>
              </a:ext>
            </a:extLst>
          </p:cNvPr>
          <p:cNvSpPr txBox="1"/>
          <p:nvPr/>
        </p:nvSpPr>
        <p:spPr>
          <a:xfrm>
            <a:off x="8638536" y="19422670"/>
            <a:ext cx="6927025" cy="1634165"/>
          </a:xfrm>
          <a:prstGeom prst="rect">
            <a:avLst/>
          </a:prstGeom>
        </p:spPr>
        <p:txBody>
          <a:bodyPr wrap="square" lIns="0" tIns="0" rIns="0" bIns="0" rtlCol="0" anchor="t">
            <a:spAutoFit/>
          </a:bodyPr>
          <a:lstStyle/>
          <a:p>
            <a:pPr algn="ctr"/>
            <a:r>
              <a:rPr lang="en-US" sz="2800" dirty="0">
                <a:solidFill>
                  <a:srgbClr val="89C345"/>
                </a:solidFill>
                <a:latin typeface="Barlow Medium"/>
              </a:rPr>
              <a:t>Requirements:</a:t>
            </a:r>
          </a:p>
          <a:p>
            <a:pPr algn="ctr">
              <a:buFont typeface="Arial" panose="020B0604020202020204" pitchFamily="34" charset="0"/>
              <a:buChar char="•"/>
            </a:pPr>
            <a:r>
              <a:rPr lang="en-US" sz="1500" spc="-1" dirty="0">
                <a:solidFill>
                  <a:prstClr val="black"/>
                </a:solidFill>
                <a:latin typeface="Arial Nova Light"/>
              </a:rPr>
              <a:t>Technologies: </a:t>
            </a:r>
            <a:r>
              <a:rPr lang="en-US" sz="1500" spc="-1" dirty="0" err="1">
                <a:solidFill>
                  <a:prstClr val="black"/>
                </a:solidFill>
                <a:latin typeface="Arial Nova Light"/>
              </a:rPr>
              <a:t>Jupyter</a:t>
            </a:r>
            <a:r>
              <a:rPr lang="en-US" sz="1500" spc="-1" dirty="0">
                <a:solidFill>
                  <a:prstClr val="black"/>
                </a:solidFill>
                <a:latin typeface="Arial Nova Light"/>
              </a:rPr>
              <a:t> Notebook, Python.</a:t>
            </a:r>
          </a:p>
          <a:p>
            <a:pPr algn="ctr">
              <a:buFont typeface="Arial" panose="020B0604020202020204" pitchFamily="34" charset="0"/>
              <a:buChar char="•"/>
            </a:pPr>
            <a:r>
              <a:rPr lang="en-US" sz="1500" spc="-1" dirty="0">
                <a:solidFill>
                  <a:prstClr val="black"/>
                </a:solidFill>
                <a:latin typeface="Arial Nova Light"/>
              </a:rPr>
              <a:t>Data: Dataset from Kaggle:</a:t>
            </a:r>
          </a:p>
          <a:p>
            <a:pPr algn="ctr">
              <a:buFont typeface="Arial" panose="020B0604020202020204" pitchFamily="34" charset="0"/>
              <a:buChar char="•"/>
            </a:pPr>
            <a:r>
              <a:rPr lang="en-US" sz="1500" spc="-1" dirty="0">
                <a:solidFill>
                  <a:prstClr val="black"/>
                </a:solidFill>
                <a:latin typeface="Arial Nova Light"/>
              </a:rPr>
              <a:t>The dataset has the amount of records </a:t>
            </a:r>
            <a:r>
              <a:rPr lang="pt-BR" sz="1500" spc="-1" dirty="0" err="1">
                <a:solidFill>
                  <a:prstClr val="black"/>
                </a:solidFill>
                <a:latin typeface="Arial Nova Light"/>
              </a:rPr>
              <a:t>relatively</a:t>
            </a:r>
            <a:r>
              <a:rPr lang="pt-BR" sz="1500" spc="-1" dirty="0">
                <a:solidFill>
                  <a:prstClr val="black"/>
                </a:solidFill>
                <a:latin typeface="Arial Nova Light"/>
              </a:rPr>
              <a:t> </a:t>
            </a:r>
            <a:r>
              <a:rPr lang="en-US" sz="1500" spc="-1" dirty="0">
                <a:solidFill>
                  <a:prstClr val="black"/>
                </a:solidFill>
                <a:latin typeface="Arial Nova Light"/>
              </a:rPr>
              <a:t> for the analysis.</a:t>
            </a:r>
          </a:p>
          <a:p>
            <a:pPr algn="ctr">
              <a:buFont typeface="Arial" panose="020B0604020202020204" pitchFamily="34" charset="0"/>
              <a:buChar char="•"/>
            </a:pPr>
            <a:r>
              <a:rPr lang="en-US" sz="1500" spc="-1" dirty="0">
                <a:solidFill>
                  <a:prstClr val="black"/>
                </a:solidFill>
                <a:latin typeface="Arial Nova Light"/>
              </a:rPr>
              <a:t>Extracted directed by Spotify API.</a:t>
            </a:r>
          </a:p>
          <a:p>
            <a:endParaRPr lang="en-US" sz="1819" spc="-1" dirty="0">
              <a:solidFill>
                <a:prstClr val="black"/>
              </a:solidFill>
              <a:latin typeface="Arial Nova Light"/>
            </a:endParaRPr>
          </a:p>
        </p:txBody>
      </p:sp>
      <p:sp>
        <p:nvSpPr>
          <p:cNvPr id="1034" name="TextBox 26">
            <a:extLst>
              <a:ext uri="{FF2B5EF4-FFF2-40B4-BE49-F238E27FC236}">
                <a16:creationId xmlns:a16="http://schemas.microsoft.com/office/drawing/2014/main" id="{DDA72289-62AF-FF17-E8BE-7D5EDC8D023A}"/>
              </a:ext>
            </a:extLst>
          </p:cNvPr>
          <p:cNvSpPr txBox="1"/>
          <p:nvPr/>
        </p:nvSpPr>
        <p:spPr>
          <a:xfrm>
            <a:off x="15189866" y="215907"/>
            <a:ext cx="6627170" cy="538609"/>
          </a:xfrm>
          <a:prstGeom prst="rect">
            <a:avLst/>
          </a:prstGeom>
        </p:spPr>
        <p:txBody>
          <a:bodyPr wrap="square" lIns="0" tIns="0" rIns="0" bIns="0" rtlCol="0" anchor="t">
            <a:spAutoFit/>
          </a:bodyPr>
          <a:lstStyle/>
          <a:p>
            <a:pPr defTabSz="593844">
              <a:lnSpc>
                <a:spcPts val="4222"/>
              </a:lnSpc>
              <a:spcBef>
                <a:spcPct val="0"/>
              </a:spcBef>
            </a:pPr>
            <a:r>
              <a:rPr lang="en-US" sz="3500" b="1" spc="100" dirty="0">
                <a:solidFill>
                  <a:srgbClr val="04B0A0"/>
                </a:solidFill>
                <a:latin typeface="Space Mono" panose="020B0604020202020204" charset="0"/>
              </a:rPr>
              <a:t>BUSINESS UNDERSTANDING</a:t>
            </a:r>
          </a:p>
        </p:txBody>
      </p:sp>
      <p:grpSp>
        <p:nvGrpSpPr>
          <p:cNvPr id="1042" name="Group 1041">
            <a:extLst>
              <a:ext uri="{FF2B5EF4-FFF2-40B4-BE49-F238E27FC236}">
                <a16:creationId xmlns:a16="http://schemas.microsoft.com/office/drawing/2014/main" id="{7D367C03-4057-9FA1-C177-B58044661FD7}"/>
              </a:ext>
            </a:extLst>
          </p:cNvPr>
          <p:cNvGrpSpPr>
            <a:grpSpLocks noChangeAspect="1"/>
          </p:cNvGrpSpPr>
          <p:nvPr/>
        </p:nvGrpSpPr>
        <p:grpSpPr>
          <a:xfrm>
            <a:off x="11786386" y="9172146"/>
            <a:ext cx="4506351" cy="3006153"/>
            <a:chOff x="11407254" y="10592731"/>
            <a:chExt cx="5396554" cy="3600000"/>
          </a:xfrm>
        </p:grpSpPr>
        <p:pic>
          <p:nvPicPr>
            <p:cNvPr id="1030" name="Picture 6" descr="The CRISP-DM model (Cross Industry Standard Process for Data Mining) offers a very good opportunity in surface technology to map and process data mining projects in a meaningful way.">
              <a:extLst>
                <a:ext uri="{FF2B5EF4-FFF2-40B4-BE49-F238E27FC236}">
                  <a16:creationId xmlns:a16="http://schemas.microsoft.com/office/drawing/2014/main" id="{9FAD8448-D98D-1B50-6C69-429B11130F22}"/>
                </a:ext>
              </a:extLst>
            </p:cNvPr>
            <p:cNvPicPr>
              <a:picLocks noChangeAspect="1" noChangeArrowheads="1"/>
            </p:cNvPicPr>
            <p:nvPr/>
          </p:nvPicPr>
          <p:blipFill rotWithShape="1">
            <a:blip r:embed="rId7" cstate="print">
              <a:clrChange>
                <a:clrFrom>
                  <a:srgbClr val="FFFFFF"/>
                </a:clrFrom>
                <a:clrTo>
                  <a:srgbClr val="FFFFFF">
                    <a:alpha val="0"/>
                  </a:srgbClr>
                </a:clrTo>
              </a:clrChange>
              <a:extLst>
                <a:ext uri="{BEBA8EAE-BF5A-486C-A8C5-ECC9F3942E4B}">
                  <a14:imgProps xmlns:a14="http://schemas.microsoft.com/office/drawing/2010/main">
                    <a14:imgLayer r:embed="rId8">
                      <a14:imgEffect>
                        <a14:brightnessContrast contrast="-40000"/>
                      </a14:imgEffect>
                    </a14:imgLayer>
                  </a14:imgProps>
                </a:ext>
                <a:ext uri="{28A0092B-C50C-407E-A947-70E740481C1C}">
                  <a14:useLocalDpi xmlns:a14="http://schemas.microsoft.com/office/drawing/2010/main" val="0"/>
                </a:ext>
              </a:extLst>
            </a:blip>
            <a:srcRect l="12431" r="8376"/>
            <a:stretch/>
          </p:blipFill>
          <p:spPr bwMode="auto">
            <a:xfrm>
              <a:off x="11407254" y="10592731"/>
              <a:ext cx="3801272" cy="3600000"/>
            </a:xfrm>
            <a:prstGeom prst="rect">
              <a:avLst/>
            </a:prstGeom>
            <a:noFill/>
            <a:extLst>
              <a:ext uri="{909E8E84-426E-40DD-AFC4-6F175D3DCCD1}">
                <a14:hiddenFill xmlns:a14="http://schemas.microsoft.com/office/drawing/2010/main">
                  <a:solidFill>
                    <a:srgbClr val="FFFFFF"/>
                  </a:solidFill>
                </a14:hiddenFill>
              </a:ext>
            </a:extLst>
          </p:spPr>
        </p:pic>
        <p:sp>
          <p:nvSpPr>
            <p:cNvPr id="1041" name="TextBox 47">
              <a:extLst>
                <a:ext uri="{FF2B5EF4-FFF2-40B4-BE49-F238E27FC236}">
                  <a16:creationId xmlns:a16="http://schemas.microsoft.com/office/drawing/2014/main" id="{A31C42DB-3943-2AD4-6578-EDBD35A60BAB}"/>
                </a:ext>
              </a:extLst>
            </p:cNvPr>
            <p:cNvSpPr/>
            <p:nvPr/>
          </p:nvSpPr>
          <p:spPr>
            <a:xfrm flipH="1">
              <a:off x="14205741" y="13739079"/>
              <a:ext cx="2598067" cy="277505"/>
            </a:xfrm>
            <a:prstGeom prst="rect">
              <a:avLst/>
            </a:prstGeom>
            <a:noFill/>
            <a:ln w="0">
              <a:noFill/>
            </a:ln>
          </p:spPr>
          <p:style>
            <a:lnRef idx="0">
              <a:scrgbClr r="0" g="0" b="0"/>
            </a:lnRef>
            <a:fillRef idx="0">
              <a:scrgbClr r="0" g="0" b="0"/>
            </a:fillRef>
            <a:effectRef idx="0">
              <a:scrgbClr r="0" g="0" b="0"/>
            </a:effectRef>
            <a:fontRef idx="minor"/>
          </p:style>
          <p:txBody>
            <a:bodyPr wrap="square" lIns="58464" tIns="29232" rIns="58464" bIns="29232" anchor="t">
              <a:spAutoFit/>
            </a:bodyPr>
            <a:lstStyle/>
            <a:p>
              <a:pPr defTabSz="2850938"/>
              <a:endParaRPr lang="es-MX" sz="1600" spc="-1" dirty="0">
                <a:solidFill>
                  <a:srgbClr val="FFFFFF"/>
                </a:solidFill>
                <a:latin typeface="Arial"/>
              </a:endParaRPr>
            </a:p>
          </p:txBody>
        </p:sp>
      </p:grpSp>
      <p:sp>
        <p:nvSpPr>
          <p:cNvPr id="1045" name="TextBox 99">
            <a:extLst>
              <a:ext uri="{FF2B5EF4-FFF2-40B4-BE49-F238E27FC236}">
                <a16:creationId xmlns:a16="http://schemas.microsoft.com/office/drawing/2014/main" id="{BAC379A8-DCB1-426F-E99B-049E4803E266}"/>
              </a:ext>
            </a:extLst>
          </p:cNvPr>
          <p:cNvSpPr txBox="1"/>
          <p:nvPr/>
        </p:nvSpPr>
        <p:spPr>
          <a:xfrm>
            <a:off x="15189866" y="3431734"/>
            <a:ext cx="6823998" cy="4065408"/>
          </a:xfrm>
          <a:prstGeom prst="rect">
            <a:avLst/>
          </a:prstGeom>
        </p:spPr>
        <p:txBody>
          <a:bodyPr wrap="square" lIns="0" tIns="0" rIns="0" bIns="0" rtlCol="0" anchor="t">
            <a:spAutoFit/>
          </a:bodyPr>
          <a:lstStyle/>
          <a:p>
            <a:pPr algn="just">
              <a:lnSpc>
                <a:spcPct val="107000"/>
              </a:lnSpc>
              <a:spcAft>
                <a:spcPts val="800"/>
              </a:spcAft>
            </a:pPr>
            <a:r>
              <a:rPr lang="en-IE" sz="1600" b="1" spc="-1" dirty="0">
                <a:solidFill>
                  <a:prstClr val="black"/>
                </a:solidFill>
                <a:latin typeface="Arial Nova Light"/>
              </a:rPr>
              <a:t>1. Audio Features (Quantitative)</a:t>
            </a:r>
          </a:p>
          <a:p>
            <a:pPr algn="just">
              <a:lnSpc>
                <a:spcPct val="107000"/>
              </a:lnSpc>
              <a:spcAft>
                <a:spcPts val="800"/>
              </a:spcAft>
            </a:pPr>
            <a:r>
              <a:rPr lang="en-IE" sz="1600" spc="-1" dirty="0">
                <a:solidFill>
                  <a:prstClr val="black"/>
                </a:solidFill>
                <a:latin typeface="Arial Nova Light"/>
              </a:rPr>
              <a:t>Spotify-generated numerical descriptors of musical content:​​</a:t>
            </a:r>
          </a:p>
          <a:p>
            <a:pPr marL="285750" indent="-285750" algn="just">
              <a:lnSpc>
                <a:spcPct val="107000"/>
              </a:lnSpc>
              <a:spcAft>
                <a:spcPts val="800"/>
              </a:spcAft>
              <a:buFont typeface="Arial" panose="020B0604020202020204" pitchFamily="34" charset="0"/>
              <a:buChar char="•"/>
            </a:pPr>
            <a:r>
              <a:rPr lang="en-IE" sz="1600" spc="-1" dirty="0">
                <a:solidFill>
                  <a:prstClr val="black"/>
                </a:solidFill>
                <a:latin typeface="Arial Nova Light"/>
              </a:rPr>
              <a:t>Danceability (0-1), Energy (0-1), Loudness (dB)​, Valence (0-1), Tempo (BPM): </a:t>
            </a:r>
            <a:r>
              <a:rPr lang="en-IE" sz="1600" spc="-1" dirty="0" err="1">
                <a:solidFill>
                  <a:prstClr val="black"/>
                </a:solidFill>
                <a:latin typeface="Arial Nova Light"/>
              </a:rPr>
              <a:t>Duration_ms</a:t>
            </a:r>
            <a:r>
              <a:rPr lang="en-IE" sz="1600" spc="-1" dirty="0">
                <a:solidFill>
                  <a:prstClr val="black"/>
                </a:solidFill>
                <a:latin typeface="Arial Nova Light"/>
              </a:rPr>
              <a:t> (milliseconds), </a:t>
            </a:r>
            <a:r>
              <a:rPr lang="en-IE" sz="1600" spc="-1" dirty="0" err="1">
                <a:solidFill>
                  <a:prstClr val="black"/>
                </a:solidFill>
                <a:latin typeface="Arial Nova Light"/>
              </a:rPr>
              <a:t>Speechiness</a:t>
            </a:r>
            <a:r>
              <a:rPr lang="en-IE" sz="1600" spc="-1" dirty="0">
                <a:solidFill>
                  <a:prstClr val="black"/>
                </a:solidFill>
                <a:latin typeface="Arial Nova Light"/>
              </a:rPr>
              <a:t> (0-1), </a:t>
            </a:r>
            <a:r>
              <a:rPr lang="en-IE" sz="1600" spc="-1" dirty="0" err="1">
                <a:solidFill>
                  <a:prstClr val="black"/>
                </a:solidFill>
                <a:latin typeface="Arial Nova Light"/>
              </a:rPr>
              <a:t>Acousticness</a:t>
            </a:r>
            <a:r>
              <a:rPr lang="en-IE" sz="1600" spc="-1" dirty="0">
                <a:solidFill>
                  <a:prstClr val="black"/>
                </a:solidFill>
                <a:latin typeface="Arial Nova Light"/>
              </a:rPr>
              <a:t> (0-1), </a:t>
            </a:r>
            <a:r>
              <a:rPr lang="en-IE" sz="1600" spc="-1" dirty="0" err="1">
                <a:solidFill>
                  <a:prstClr val="black"/>
                </a:solidFill>
                <a:latin typeface="Arial Nova Light"/>
              </a:rPr>
              <a:t>Instrumentalness</a:t>
            </a:r>
            <a:r>
              <a:rPr lang="en-IE" sz="1600" spc="-1" dirty="0">
                <a:solidFill>
                  <a:prstClr val="black"/>
                </a:solidFill>
                <a:latin typeface="Arial Nova Light"/>
              </a:rPr>
              <a:t> (0-1) and Liveness (0-1)</a:t>
            </a:r>
          </a:p>
          <a:p>
            <a:pPr algn="just">
              <a:lnSpc>
                <a:spcPct val="107000"/>
              </a:lnSpc>
              <a:spcAft>
                <a:spcPts val="800"/>
              </a:spcAft>
            </a:pPr>
            <a:endParaRPr lang="en-IE" sz="1600" spc="-1" dirty="0">
              <a:solidFill>
                <a:prstClr val="black"/>
              </a:solidFill>
              <a:latin typeface="Arial Nova Light"/>
            </a:endParaRPr>
          </a:p>
          <a:p>
            <a:pPr algn="just">
              <a:lnSpc>
                <a:spcPct val="107000"/>
              </a:lnSpc>
              <a:spcAft>
                <a:spcPts val="800"/>
              </a:spcAft>
            </a:pPr>
            <a:r>
              <a:rPr lang="en-IE" sz="1600" b="1" spc="-1" dirty="0">
                <a:solidFill>
                  <a:prstClr val="black"/>
                </a:solidFill>
                <a:latin typeface="Arial Nova Light"/>
              </a:rPr>
              <a:t>2. Metadata Features (Categorical &amp; Temporal)​​</a:t>
            </a:r>
          </a:p>
          <a:p>
            <a:pPr marL="285750" indent="-285750" algn="just">
              <a:lnSpc>
                <a:spcPct val="107000"/>
              </a:lnSpc>
              <a:spcAft>
                <a:spcPts val="800"/>
              </a:spcAft>
              <a:buFont typeface="Arial" panose="020B0604020202020204" pitchFamily="34" charset="0"/>
              <a:buChar char="•"/>
            </a:pPr>
            <a:r>
              <a:rPr lang="en-IE" sz="1600" spc="-1" dirty="0">
                <a:solidFill>
                  <a:prstClr val="black"/>
                </a:solidFill>
                <a:latin typeface="Arial Nova Light"/>
              </a:rPr>
              <a:t>Key: Musical key (C, C#, D, etc.)​​</a:t>
            </a:r>
          </a:p>
          <a:p>
            <a:pPr marL="285750" indent="-285750" algn="just">
              <a:lnSpc>
                <a:spcPct val="107000"/>
              </a:lnSpc>
              <a:spcAft>
                <a:spcPts val="800"/>
              </a:spcAft>
              <a:buFont typeface="Arial" panose="020B0604020202020204" pitchFamily="34" charset="0"/>
              <a:buChar char="•"/>
            </a:pPr>
            <a:r>
              <a:rPr lang="en-IE" sz="1600" spc="-1" dirty="0">
                <a:solidFill>
                  <a:prstClr val="black"/>
                </a:solidFill>
                <a:latin typeface="Arial Nova Light"/>
              </a:rPr>
              <a:t>Mode: Major or Minor tonality​​</a:t>
            </a:r>
          </a:p>
          <a:p>
            <a:pPr marL="285750" indent="-285750" algn="just">
              <a:lnSpc>
                <a:spcPct val="107000"/>
              </a:lnSpc>
              <a:spcAft>
                <a:spcPts val="800"/>
              </a:spcAft>
              <a:buFont typeface="Arial" panose="020B0604020202020204" pitchFamily="34" charset="0"/>
              <a:buChar char="•"/>
            </a:pPr>
            <a:r>
              <a:rPr lang="en-IE" sz="1600" spc="-1" dirty="0">
                <a:solidFill>
                  <a:prstClr val="black"/>
                </a:solidFill>
                <a:latin typeface="Arial Nova Light"/>
              </a:rPr>
              <a:t>Time Signature: Beats per measure​​</a:t>
            </a:r>
          </a:p>
          <a:p>
            <a:pPr marL="285750" indent="-285750" algn="just">
              <a:lnSpc>
                <a:spcPct val="107000"/>
              </a:lnSpc>
              <a:spcAft>
                <a:spcPts val="800"/>
              </a:spcAft>
              <a:buFont typeface="Arial" panose="020B0604020202020204" pitchFamily="34" charset="0"/>
              <a:buChar char="•"/>
            </a:pPr>
            <a:r>
              <a:rPr lang="en-IE" sz="1600" spc="-1" dirty="0" err="1">
                <a:solidFill>
                  <a:prstClr val="black"/>
                </a:solidFill>
                <a:latin typeface="Arial Nova Light"/>
              </a:rPr>
              <a:t>Track_album_release_date</a:t>
            </a:r>
            <a:r>
              <a:rPr lang="en-IE" sz="1600" spc="-1" dirty="0">
                <a:solidFill>
                  <a:prstClr val="black"/>
                </a:solidFill>
                <a:latin typeface="Arial Nova Light"/>
              </a:rPr>
              <a:t>: Release timestamp​​</a:t>
            </a:r>
          </a:p>
          <a:p>
            <a:pPr marL="285750" indent="-285750" algn="just">
              <a:lnSpc>
                <a:spcPct val="107000"/>
              </a:lnSpc>
              <a:spcAft>
                <a:spcPts val="800"/>
              </a:spcAft>
              <a:buFont typeface="Arial" panose="020B0604020202020204" pitchFamily="34" charset="0"/>
              <a:buChar char="•"/>
            </a:pPr>
            <a:r>
              <a:rPr lang="en-IE" sz="1600" spc="-1" dirty="0">
                <a:solidFill>
                  <a:prstClr val="black"/>
                </a:solidFill>
                <a:latin typeface="Arial Nova Light"/>
              </a:rPr>
              <a:t>Artist, Album, Track Name: Identifiers (removed for </a:t>
            </a:r>
            <a:r>
              <a:rPr lang="en-IE" sz="1600" spc="-1" dirty="0" err="1">
                <a:solidFill>
                  <a:prstClr val="black"/>
                </a:solidFill>
                <a:latin typeface="Arial Nova Light"/>
              </a:rPr>
              <a:t>modeling</a:t>
            </a:r>
            <a:r>
              <a:rPr lang="en-IE" sz="1600" spc="-1" dirty="0">
                <a:solidFill>
                  <a:prstClr val="black"/>
                </a:solidFill>
                <a:latin typeface="Arial Nova Light"/>
              </a:rPr>
              <a:t>)</a:t>
            </a:r>
            <a:endParaRPr lang="en-IE" sz="1550" spc="-1" dirty="0">
              <a:solidFill>
                <a:prstClr val="black"/>
              </a:solidFill>
              <a:latin typeface="Arial Nova Light"/>
            </a:endParaRPr>
          </a:p>
        </p:txBody>
      </p:sp>
      <p:sp>
        <p:nvSpPr>
          <p:cNvPr id="1049" name="TextBox 26">
            <a:extLst>
              <a:ext uri="{FF2B5EF4-FFF2-40B4-BE49-F238E27FC236}">
                <a16:creationId xmlns:a16="http://schemas.microsoft.com/office/drawing/2014/main" id="{673E2268-9640-4DA9-01BD-3636BDBEF404}"/>
              </a:ext>
            </a:extLst>
          </p:cNvPr>
          <p:cNvSpPr txBox="1"/>
          <p:nvPr/>
        </p:nvSpPr>
        <p:spPr>
          <a:xfrm>
            <a:off x="15172287" y="2851440"/>
            <a:ext cx="4882302" cy="538609"/>
          </a:xfrm>
          <a:prstGeom prst="rect">
            <a:avLst/>
          </a:prstGeom>
        </p:spPr>
        <p:txBody>
          <a:bodyPr wrap="square" lIns="0" tIns="0" rIns="0" bIns="0" rtlCol="0" anchor="t">
            <a:spAutoFit/>
          </a:bodyPr>
          <a:lstStyle/>
          <a:p>
            <a:pPr defTabSz="593844">
              <a:lnSpc>
                <a:spcPts val="4222"/>
              </a:lnSpc>
              <a:spcBef>
                <a:spcPct val="0"/>
              </a:spcBef>
            </a:pPr>
            <a:r>
              <a:rPr lang="en-US" sz="3500" b="1" spc="100" dirty="0">
                <a:solidFill>
                  <a:srgbClr val="04B0A0"/>
                </a:solidFill>
                <a:latin typeface="Space Mono" panose="020B0604020202020204" charset="0"/>
              </a:rPr>
              <a:t>DATA UNDERSTANDING</a:t>
            </a:r>
          </a:p>
        </p:txBody>
      </p:sp>
      <p:sp>
        <p:nvSpPr>
          <p:cNvPr id="1050" name="TextBox 68">
            <a:extLst>
              <a:ext uri="{FF2B5EF4-FFF2-40B4-BE49-F238E27FC236}">
                <a16:creationId xmlns:a16="http://schemas.microsoft.com/office/drawing/2014/main" id="{6282B53E-C6AB-7F17-45E0-62C32C92F50F}"/>
              </a:ext>
            </a:extLst>
          </p:cNvPr>
          <p:cNvSpPr txBox="1"/>
          <p:nvPr/>
        </p:nvSpPr>
        <p:spPr>
          <a:xfrm>
            <a:off x="7823560" y="11395904"/>
            <a:ext cx="6864742" cy="7392088"/>
          </a:xfrm>
          <a:prstGeom prst="rect">
            <a:avLst/>
          </a:prstGeom>
        </p:spPr>
        <p:txBody>
          <a:bodyPr wrap="square" lIns="0" tIns="0" rIns="0" bIns="0" rtlCol="0" anchor="t">
            <a:spAutoFit/>
          </a:bodyPr>
          <a:lstStyle/>
          <a:p>
            <a:pPr>
              <a:lnSpc>
                <a:spcPct val="107000"/>
              </a:lnSpc>
              <a:spcAft>
                <a:spcPts val="800"/>
              </a:spcAft>
            </a:pPr>
            <a:r>
              <a:rPr lang="en-IE" sz="1550" b="1" spc="-1" dirty="0">
                <a:solidFill>
                  <a:prstClr val="black"/>
                </a:solidFill>
                <a:latin typeface="Arial Nova Light"/>
              </a:rPr>
              <a:t>1. Business Understanding</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Problem: Music discovery challenge in saturated </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digital marketplace​​</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Goal: Identify data-driven characteristics of successful songs​​</a:t>
            </a:r>
          </a:p>
          <a:p>
            <a:pPr>
              <a:lnSpc>
                <a:spcPct val="107000"/>
              </a:lnSpc>
              <a:spcAft>
                <a:spcPts val="800"/>
              </a:spcAft>
            </a:pPr>
            <a:r>
              <a:rPr lang="en-IE" sz="1550" b="1" spc="-1" dirty="0">
                <a:solidFill>
                  <a:prstClr val="black"/>
                </a:solidFill>
                <a:latin typeface="Arial Nova Light"/>
              </a:rPr>
              <a:t>2. Data Understanding</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Source: Kaggle Spotify Music Dataset (public, Spotify API)​​</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Sample: 4,829 tracks (high/low popularity)​​</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Features: 25 variables (audio + metadata)​​</a:t>
            </a:r>
          </a:p>
          <a:p>
            <a:pPr>
              <a:lnSpc>
                <a:spcPct val="107000"/>
              </a:lnSpc>
              <a:spcAft>
                <a:spcPts val="800"/>
              </a:spcAft>
            </a:pPr>
            <a:r>
              <a:rPr lang="en-IE" sz="1550" b="1" spc="-1" dirty="0">
                <a:solidFill>
                  <a:prstClr val="black"/>
                </a:solidFill>
                <a:latin typeface="Arial Nova Light"/>
              </a:rPr>
              <a:t>3. Data Preparation</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created binary target (1=high, 0=low)​​</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Removed </a:t>
            </a:r>
            <a:r>
              <a:rPr lang="en-IE" sz="1550" spc="-1" dirty="0" err="1">
                <a:solidFill>
                  <a:prstClr val="black"/>
                </a:solidFill>
                <a:latin typeface="Arial Nova Light"/>
              </a:rPr>
              <a:t>NaN</a:t>
            </a:r>
            <a:r>
              <a:rPr lang="en-IE" sz="1550" spc="-1" dirty="0">
                <a:solidFill>
                  <a:prstClr val="black"/>
                </a:solidFill>
                <a:latin typeface="Arial Nova Light"/>
              </a:rPr>
              <a:t> values and duplicates​​</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Feature engineering: extracted </a:t>
            </a:r>
            <a:r>
              <a:rPr lang="en-IE" sz="1550" spc="-1" dirty="0" err="1">
                <a:solidFill>
                  <a:prstClr val="black"/>
                </a:solidFill>
                <a:latin typeface="Arial Nova Light"/>
              </a:rPr>
              <a:t>release_year</a:t>
            </a:r>
            <a:r>
              <a:rPr lang="en-IE" sz="1550" spc="-1" dirty="0">
                <a:solidFill>
                  <a:prstClr val="black"/>
                </a:solidFill>
                <a:latin typeface="Arial Nova Light"/>
              </a:rPr>
              <a:t>, </a:t>
            </a:r>
            <a:r>
              <a:rPr lang="en-IE" sz="1550" spc="-1" dirty="0" err="1">
                <a:solidFill>
                  <a:prstClr val="black"/>
                </a:solidFill>
                <a:latin typeface="Arial Nova Light"/>
              </a:rPr>
              <a:t>release_month</a:t>
            </a:r>
            <a:r>
              <a:rPr lang="en-IE" sz="1550" spc="-1" dirty="0">
                <a:solidFill>
                  <a:prstClr val="black"/>
                </a:solidFill>
                <a:latin typeface="Arial Nova Light"/>
              </a:rPr>
              <a:t>, </a:t>
            </a:r>
            <a:r>
              <a:rPr lang="en-IE" sz="1550" spc="-1" dirty="0" err="1">
                <a:solidFill>
                  <a:prstClr val="black"/>
                </a:solidFill>
                <a:latin typeface="Arial Nova Light"/>
              </a:rPr>
              <a:t>release_day</a:t>
            </a:r>
            <a:r>
              <a:rPr lang="en-IE" sz="1550" spc="-1" dirty="0">
                <a:solidFill>
                  <a:prstClr val="black"/>
                </a:solidFill>
                <a:latin typeface="Arial Nova Light"/>
              </a:rPr>
              <a:t>​​</a:t>
            </a:r>
          </a:p>
          <a:p>
            <a:pPr marL="285750" indent="-285750">
              <a:lnSpc>
                <a:spcPct val="107000"/>
              </a:lnSpc>
              <a:spcAft>
                <a:spcPts val="800"/>
              </a:spcAft>
              <a:buFont typeface="Arial" panose="020B0604020202020204" pitchFamily="34" charset="0"/>
              <a:buChar char="•"/>
            </a:pPr>
            <a:r>
              <a:rPr lang="en-IE" sz="1550" spc="-1" dirty="0" err="1">
                <a:solidFill>
                  <a:prstClr val="black"/>
                </a:solidFill>
                <a:latin typeface="Arial Nova Light"/>
              </a:rPr>
              <a:t>MinMaxScaler</a:t>
            </a:r>
            <a:r>
              <a:rPr lang="en-IE" sz="1550" spc="-1" dirty="0">
                <a:solidFill>
                  <a:prstClr val="black"/>
                </a:solidFill>
                <a:latin typeface="Arial Nova Light"/>
              </a:rPr>
              <a:t> normalization (0-1 range)​​</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Outlier detection via IQR method​​</a:t>
            </a:r>
          </a:p>
          <a:p>
            <a:pPr>
              <a:lnSpc>
                <a:spcPct val="107000"/>
              </a:lnSpc>
              <a:spcAft>
                <a:spcPts val="800"/>
              </a:spcAft>
            </a:pPr>
            <a:r>
              <a:rPr lang="en-IE" sz="1550" b="1" spc="-1" dirty="0">
                <a:solidFill>
                  <a:prstClr val="black"/>
                </a:solidFill>
                <a:latin typeface="Arial Nova Light"/>
              </a:rPr>
              <a:t>4. </a:t>
            </a:r>
            <a:r>
              <a:rPr lang="en-IE" sz="1550" b="1" spc="-1" dirty="0" err="1">
                <a:solidFill>
                  <a:prstClr val="black"/>
                </a:solidFill>
                <a:latin typeface="Arial Nova Light"/>
              </a:rPr>
              <a:t>Modeling</a:t>
            </a:r>
            <a:endParaRPr lang="en-IE" sz="1550" b="1" spc="-1" dirty="0">
              <a:solidFill>
                <a:prstClr val="black"/>
              </a:solidFill>
              <a:latin typeface="Arial Nova Light"/>
            </a:endParaRP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Algorithms: Random Forest, Gradient Boosting, SVC, </a:t>
            </a:r>
            <a:r>
              <a:rPr lang="en-IE" sz="1550" spc="-1" dirty="0" err="1">
                <a:solidFill>
                  <a:prstClr val="black"/>
                </a:solidFill>
                <a:latin typeface="Arial Nova Light"/>
              </a:rPr>
              <a:t>XGBoost</a:t>
            </a:r>
            <a:r>
              <a:rPr lang="en-IE" sz="1550" spc="-1" dirty="0">
                <a:solidFill>
                  <a:prstClr val="black"/>
                </a:solidFill>
                <a:latin typeface="Arial Nova Light"/>
              </a:rPr>
              <a:t>​​</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Optimization: </a:t>
            </a:r>
            <a:r>
              <a:rPr lang="en-IE" sz="1550" spc="-1" dirty="0" err="1">
                <a:solidFill>
                  <a:prstClr val="black"/>
                </a:solidFill>
                <a:latin typeface="Arial Nova Light"/>
              </a:rPr>
              <a:t>GridSearchCV</a:t>
            </a:r>
            <a:r>
              <a:rPr lang="en-IE" sz="1550" spc="-1" dirty="0">
                <a:solidFill>
                  <a:prstClr val="black"/>
                </a:solidFill>
                <a:latin typeface="Arial Nova Light"/>
              </a:rPr>
              <a:t> hyperparameter tuning​​</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Metrics: Accuracy, Precision, Recall, F1-Score, Cross-validation​​</a:t>
            </a:r>
          </a:p>
          <a:p>
            <a:pPr>
              <a:lnSpc>
                <a:spcPct val="107000"/>
              </a:lnSpc>
              <a:spcAft>
                <a:spcPts val="800"/>
              </a:spcAft>
            </a:pPr>
            <a:r>
              <a:rPr lang="en-IE" sz="1550" b="1" spc="-1" dirty="0">
                <a:solidFill>
                  <a:prstClr val="black"/>
                </a:solidFill>
                <a:latin typeface="Arial Nova Light"/>
              </a:rPr>
              <a:t>5. Evaluation</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Confusion matrix analysis​​</a:t>
            </a:r>
          </a:p>
          <a:p>
            <a:pPr marL="285750" indent="-285750">
              <a:lnSpc>
                <a:spcPct val="107000"/>
              </a:lnSpc>
              <a:spcAft>
                <a:spcPts val="800"/>
              </a:spcAft>
              <a:buFont typeface="Arial" panose="020B0604020202020204" pitchFamily="34" charset="0"/>
              <a:buChar char="•"/>
            </a:pPr>
            <a:r>
              <a:rPr lang="en-IE" sz="1550" spc="-1" dirty="0">
                <a:solidFill>
                  <a:prstClr val="black"/>
                </a:solidFill>
                <a:latin typeface="Arial Nova Light"/>
              </a:rPr>
              <a:t>Model comparison and selection</a:t>
            </a:r>
          </a:p>
        </p:txBody>
      </p:sp>
      <p:sp>
        <p:nvSpPr>
          <p:cNvPr id="75" name="TextBox 26">
            <a:extLst>
              <a:ext uri="{FF2B5EF4-FFF2-40B4-BE49-F238E27FC236}">
                <a16:creationId xmlns:a16="http://schemas.microsoft.com/office/drawing/2014/main" id="{75B90155-7512-ECBD-7F62-18FB7A8DB8D6}"/>
              </a:ext>
            </a:extLst>
          </p:cNvPr>
          <p:cNvSpPr txBox="1"/>
          <p:nvPr/>
        </p:nvSpPr>
        <p:spPr>
          <a:xfrm>
            <a:off x="22924227" y="603050"/>
            <a:ext cx="5342838" cy="1125373"/>
          </a:xfrm>
          <a:prstGeom prst="rect">
            <a:avLst/>
          </a:prstGeom>
        </p:spPr>
        <p:txBody>
          <a:bodyPr wrap="square" lIns="0" tIns="0" rIns="0" bIns="0" rtlCol="0" anchor="t">
            <a:spAutoFit/>
          </a:bodyPr>
          <a:lstStyle/>
          <a:p>
            <a:pPr defTabSz="593844">
              <a:lnSpc>
                <a:spcPts val="4222"/>
              </a:lnSpc>
              <a:spcBef>
                <a:spcPct val="0"/>
              </a:spcBef>
            </a:pPr>
            <a:r>
              <a:rPr lang="en-US" sz="5500" b="1" spc="100" dirty="0">
                <a:solidFill>
                  <a:srgbClr val="35A8C9"/>
                </a:solidFill>
                <a:latin typeface="Space Mono" panose="020B0604020202020204" charset="0"/>
              </a:rPr>
              <a:t>Modeling &amp; Results</a:t>
            </a:r>
          </a:p>
        </p:txBody>
      </p:sp>
      <p:sp>
        <p:nvSpPr>
          <p:cNvPr id="1159" name="TextBox 99">
            <a:extLst>
              <a:ext uri="{FF2B5EF4-FFF2-40B4-BE49-F238E27FC236}">
                <a16:creationId xmlns:a16="http://schemas.microsoft.com/office/drawing/2014/main" id="{5BBA2DCA-8468-E004-9560-A2B2C378F1BA}"/>
              </a:ext>
            </a:extLst>
          </p:cNvPr>
          <p:cNvSpPr txBox="1"/>
          <p:nvPr/>
        </p:nvSpPr>
        <p:spPr>
          <a:xfrm>
            <a:off x="22917525" y="18699859"/>
            <a:ext cx="6986847" cy="2677656"/>
          </a:xfrm>
          <a:prstGeom prst="rect">
            <a:avLst/>
          </a:prstGeom>
        </p:spPr>
        <p:txBody>
          <a:bodyPr wrap="square" lIns="0" tIns="0" rIns="0" bIns="0" rtlCol="0" anchor="t">
            <a:spAutoFit/>
          </a:bodyPr>
          <a:lstStyle/>
          <a:p>
            <a:pPr algn="ctr"/>
            <a:r>
              <a:rPr lang="en-US" sz="1400" dirty="0">
                <a:solidFill>
                  <a:srgbClr val="89C345"/>
                </a:solidFill>
                <a:latin typeface="Barlow Medium"/>
              </a:rPr>
              <a:t>References</a:t>
            </a:r>
          </a:p>
          <a:p>
            <a:pPr algn="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a:solidFill>
                  <a:prstClr val="black"/>
                </a:solidFill>
                <a:latin typeface="Arial Nova Light"/>
              </a:rPr>
              <a:t>Davenport, T.H. and Harris, J.G. (2007). Competing on Analytics. Harvard Business Press.​</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err="1">
                <a:solidFill>
                  <a:prstClr val="black"/>
                </a:solidFill>
                <a:latin typeface="Arial Nova Light"/>
              </a:rPr>
              <a:t>Diakopoulos</a:t>
            </a:r>
            <a:r>
              <a:rPr lang="en-US" sz="1000" spc="-1" dirty="0">
                <a:solidFill>
                  <a:prstClr val="black"/>
                </a:solidFill>
                <a:latin typeface="Arial Nova Light"/>
              </a:rPr>
              <a:t>, N. (2014). Algorithmic Accountability: The Investigation of Black Boxes. Tow Center for Digital Journalism.​</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err="1">
                <a:solidFill>
                  <a:prstClr val="black"/>
                </a:solidFill>
                <a:latin typeface="Arial Nova Light"/>
              </a:rPr>
              <a:t>FrancescaLazzeri</a:t>
            </a:r>
            <a:r>
              <a:rPr lang="en-US" sz="1000" spc="-1" dirty="0">
                <a:solidFill>
                  <a:prstClr val="black"/>
                </a:solidFill>
                <a:latin typeface="Arial Nova Light"/>
              </a:rPr>
              <a:t> (2022). Deep Learning vs. Machine Learning - Azure Machine Learning.​</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a:solidFill>
                  <a:prstClr val="black"/>
                </a:solidFill>
                <a:latin typeface="Arial Nova Light"/>
              </a:rPr>
              <a:t>Gupta, B.B. and Mamta (2023). Big Data Management and Analytics. World Scientific.​</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a:solidFill>
                  <a:prstClr val="black"/>
                </a:solidFill>
                <a:latin typeface="Arial Nova Light"/>
              </a:rPr>
              <a:t>Indeed Career Guide (n.d.). How To Calculate Statistical Significance Plus What It Is and Why It's Important.​</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a:solidFill>
                  <a:prstClr val="black"/>
                </a:solidFill>
                <a:latin typeface="Arial Nova Light"/>
              </a:rPr>
              <a:t>Johnson, G. and Scholes, K. (1993). Exploring Corporate Strategy. Prentice Hall.​</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a:solidFill>
                  <a:prstClr val="black"/>
                </a:solidFill>
                <a:latin typeface="Arial Nova Light"/>
              </a:rPr>
              <a:t>Kateri, A. and Kateri, M. (2024). Foundations of Statistics for Data Scientists. CRC Press.​</a:t>
            </a:r>
          </a:p>
          <a:p>
            <a:pPr marL="171450" indent="-171450" algn="just">
              <a:buFont typeface="Arial" panose="020B0604020202020204" pitchFamily="34" charset="0"/>
              <a:buChar char="•"/>
            </a:pPr>
            <a:endParaRPr lang="en-US" sz="1000" spc="-1" dirty="0">
              <a:solidFill>
                <a:prstClr val="black"/>
              </a:solidFill>
              <a:latin typeface="Arial Nova Light"/>
            </a:endParaRPr>
          </a:p>
          <a:p>
            <a:pPr marL="171450" indent="-171450" algn="just">
              <a:buFont typeface="Arial" panose="020B0604020202020204" pitchFamily="34" charset="0"/>
              <a:buChar char="•"/>
            </a:pPr>
            <a:r>
              <a:rPr lang="en-US" sz="1000" spc="-1" dirty="0">
                <a:solidFill>
                  <a:prstClr val="black"/>
                </a:solidFill>
                <a:latin typeface="Arial Nova Light"/>
              </a:rPr>
              <a:t>Porter, M.E. (2008). 'The Five Forces that Shape Strategy', Harvard Business Review.​</a:t>
            </a:r>
          </a:p>
        </p:txBody>
      </p:sp>
      <p:sp>
        <p:nvSpPr>
          <p:cNvPr id="1171" name="TextBox 94">
            <a:extLst>
              <a:ext uri="{FF2B5EF4-FFF2-40B4-BE49-F238E27FC236}">
                <a16:creationId xmlns:a16="http://schemas.microsoft.com/office/drawing/2014/main" id="{29790CE7-B1CE-D741-1F3C-1DDD04ACBB7A}"/>
              </a:ext>
            </a:extLst>
          </p:cNvPr>
          <p:cNvSpPr txBox="1"/>
          <p:nvPr/>
        </p:nvSpPr>
        <p:spPr>
          <a:xfrm>
            <a:off x="254706" y="8074224"/>
            <a:ext cx="4548864" cy="325089"/>
          </a:xfrm>
          <a:prstGeom prst="rect">
            <a:avLst/>
          </a:prstGeom>
        </p:spPr>
        <p:txBody>
          <a:bodyPr lIns="0" tIns="0" rIns="0" bIns="0" rtlCol="0" anchor="t">
            <a:spAutoFit/>
          </a:bodyPr>
          <a:lstStyle/>
          <a:p>
            <a:pPr defTabSz="593844">
              <a:lnSpc>
                <a:spcPts val="2533"/>
              </a:lnSpc>
              <a:spcBef>
                <a:spcPct val="0"/>
              </a:spcBef>
            </a:pPr>
            <a:r>
              <a:rPr lang="en-US" sz="2500" b="1" spc="-58" dirty="0">
                <a:solidFill>
                  <a:srgbClr val="FFFFFF"/>
                </a:solidFill>
                <a:latin typeface="Space Mono" panose="02000509040000020004" charset="0"/>
              </a:rPr>
              <a:t>Research Question</a:t>
            </a:r>
          </a:p>
        </p:txBody>
      </p:sp>
      <p:sp>
        <p:nvSpPr>
          <p:cNvPr id="1172" name="TextBox 95">
            <a:extLst>
              <a:ext uri="{FF2B5EF4-FFF2-40B4-BE49-F238E27FC236}">
                <a16:creationId xmlns:a16="http://schemas.microsoft.com/office/drawing/2014/main" id="{9825B2E1-622D-0D1E-B0DC-0D34DC1ADB54}"/>
              </a:ext>
            </a:extLst>
          </p:cNvPr>
          <p:cNvSpPr txBox="1"/>
          <p:nvPr/>
        </p:nvSpPr>
        <p:spPr>
          <a:xfrm>
            <a:off x="266437" y="8489604"/>
            <a:ext cx="6723262" cy="2414122"/>
          </a:xfrm>
          <a:prstGeom prst="rect">
            <a:avLst/>
          </a:prstGeom>
        </p:spPr>
        <p:txBody>
          <a:bodyPr wrap="square" lIns="0" tIns="0" rIns="0" bIns="0" rtlCol="0" anchor="t">
            <a:spAutoFit/>
          </a:bodyPr>
          <a:lstStyle/>
          <a:p>
            <a:pPr algn="just" defTabSz="593844">
              <a:lnSpc>
                <a:spcPts val="1909"/>
              </a:lnSpc>
              <a:spcBef>
                <a:spcPct val="0"/>
              </a:spcBef>
            </a:pPr>
            <a:r>
              <a:rPr lang="en-US" sz="1500" dirty="0">
                <a:solidFill>
                  <a:srgbClr val="FFFFFF"/>
                </a:solidFill>
                <a:latin typeface="Barlow Medium"/>
              </a:rPr>
              <a:t>The following research questions guide the focus of this study:</a:t>
            </a:r>
          </a:p>
          <a:p>
            <a:pPr marL="285750" indent="-285750" algn="just" defTabSz="593844">
              <a:lnSpc>
                <a:spcPts val="1909"/>
              </a:lnSpc>
              <a:spcBef>
                <a:spcPct val="0"/>
              </a:spcBef>
              <a:buFont typeface="Arial" panose="020B0604020202020204" pitchFamily="34" charset="0"/>
              <a:buChar char="•"/>
            </a:pPr>
            <a:r>
              <a:rPr lang="en-US" sz="1500" dirty="0">
                <a:solidFill>
                  <a:srgbClr val="FFFFFF"/>
                </a:solidFill>
                <a:latin typeface="Barlow Medium"/>
              </a:rPr>
              <a:t>Q1: Can intrinsic audio features (danceability, energy, loudness, tempo) and metadata (release year, key, mode) predict whether a song achieves high popularity on Spotify?</a:t>
            </a:r>
          </a:p>
          <a:p>
            <a:pPr marL="285750" indent="-285750" algn="just" defTabSz="593844">
              <a:lnSpc>
                <a:spcPts val="1909"/>
              </a:lnSpc>
              <a:spcBef>
                <a:spcPct val="0"/>
              </a:spcBef>
              <a:buFont typeface="Arial" panose="020B0604020202020204" pitchFamily="34" charset="0"/>
              <a:buChar char="•"/>
            </a:pPr>
            <a:endParaRPr lang="en-US" sz="1500" dirty="0">
              <a:solidFill>
                <a:srgbClr val="FFFFFF"/>
              </a:solidFill>
              <a:latin typeface="Barlow Medium"/>
            </a:endParaRPr>
          </a:p>
          <a:p>
            <a:pPr marL="285750" indent="-285750" algn="just" defTabSz="593844">
              <a:lnSpc>
                <a:spcPts val="1909"/>
              </a:lnSpc>
              <a:spcBef>
                <a:spcPct val="0"/>
              </a:spcBef>
              <a:buFont typeface="Arial" panose="020B0604020202020204" pitchFamily="34" charset="0"/>
              <a:buChar char="•"/>
            </a:pPr>
            <a:r>
              <a:rPr lang="en-US" sz="1500" dirty="0">
                <a:solidFill>
                  <a:srgbClr val="FFFFFF"/>
                </a:solidFill>
                <a:latin typeface="Barlow Medium"/>
              </a:rPr>
              <a:t>Q2: Do structural elements like duration, tempo, and key show a significant correlation with popularity?</a:t>
            </a:r>
          </a:p>
          <a:p>
            <a:pPr marL="285750" indent="-285750" algn="just" defTabSz="593844">
              <a:lnSpc>
                <a:spcPts val="1909"/>
              </a:lnSpc>
              <a:spcBef>
                <a:spcPct val="0"/>
              </a:spcBef>
              <a:buFont typeface="Arial" panose="020B0604020202020204" pitchFamily="34" charset="0"/>
              <a:buChar char="•"/>
            </a:pPr>
            <a:endParaRPr lang="en-US" sz="1500" dirty="0">
              <a:solidFill>
                <a:srgbClr val="FFFFFF"/>
              </a:solidFill>
              <a:latin typeface="Barlow Medium"/>
            </a:endParaRPr>
          </a:p>
          <a:p>
            <a:pPr marL="285750" indent="-285750" algn="just" defTabSz="593844">
              <a:lnSpc>
                <a:spcPts val="1909"/>
              </a:lnSpc>
              <a:spcBef>
                <a:spcPct val="0"/>
              </a:spcBef>
              <a:buFont typeface="Arial" panose="020B0604020202020204" pitchFamily="34" charset="0"/>
              <a:buChar char="•"/>
            </a:pPr>
            <a:r>
              <a:rPr lang="en-US" sz="1500" dirty="0">
                <a:solidFill>
                  <a:srgbClr val="FFFFFF"/>
                </a:solidFill>
                <a:latin typeface="Barlow Medium"/>
              </a:rPr>
              <a:t>Q3: Can a machine learning model be developed to accurately predict whether a song will achieve high popularity?</a:t>
            </a:r>
          </a:p>
        </p:txBody>
      </p:sp>
      <p:sp>
        <p:nvSpPr>
          <p:cNvPr id="1173" name="TextBox 97">
            <a:extLst>
              <a:ext uri="{FF2B5EF4-FFF2-40B4-BE49-F238E27FC236}">
                <a16:creationId xmlns:a16="http://schemas.microsoft.com/office/drawing/2014/main" id="{F50D747F-24DF-B171-6310-AB6F92E9738E}"/>
              </a:ext>
            </a:extLst>
          </p:cNvPr>
          <p:cNvSpPr txBox="1"/>
          <p:nvPr/>
        </p:nvSpPr>
        <p:spPr>
          <a:xfrm>
            <a:off x="15152509" y="791360"/>
            <a:ext cx="6897074" cy="2029915"/>
          </a:xfrm>
          <a:prstGeom prst="rect">
            <a:avLst/>
          </a:prstGeom>
        </p:spPr>
        <p:txBody>
          <a:bodyPr wrap="square" lIns="0" tIns="0" rIns="0" bIns="0" rtlCol="0" anchor="t">
            <a:spAutoFit/>
          </a:bodyPr>
          <a:lstStyle/>
          <a:p>
            <a:pPr algn="just">
              <a:lnSpc>
                <a:spcPct val="107000"/>
              </a:lnSpc>
              <a:spcAft>
                <a:spcPts val="800"/>
              </a:spcAft>
            </a:pPr>
            <a:r>
              <a:rPr lang="en-IE" sz="1550" spc="-1" dirty="0">
                <a:solidFill>
                  <a:prstClr val="black"/>
                </a:solidFill>
                <a:latin typeface="Arial Nova Light"/>
              </a:rPr>
              <a:t>The gender wage gap is a significant challenge across Europe. This project aims to explore and </a:t>
            </a:r>
            <a:r>
              <a:rPr lang="en-IE" sz="1550" spc="-1" dirty="0" err="1">
                <a:solidFill>
                  <a:prstClr val="black"/>
                </a:solidFill>
                <a:latin typeface="Arial Nova Light"/>
              </a:rPr>
              <a:t>analyze</a:t>
            </a:r>
            <a:r>
              <a:rPr lang="en-IE" sz="1550" spc="-1" dirty="0">
                <a:solidFill>
                  <a:prstClr val="black"/>
                </a:solidFill>
                <a:latin typeface="Arial Nova Light"/>
              </a:rPr>
              <a:t> gender-based differences in employment and provide recommendations for improving wage equality.</a:t>
            </a:r>
          </a:p>
          <a:p>
            <a:pPr algn="just">
              <a:lnSpc>
                <a:spcPct val="107000"/>
              </a:lnSpc>
              <a:spcAft>
                <a:spcPts val="800"/>
              </a:spcAft>
            </a:pPr>
            <a:r>
              <a:rPr lang="en-IE" sz="1550" spc="-1" dirty="0">
                <a:solidFill>
                  <a:prstClr val="black"/>
                </a:solidFill>
                <a:latin typeface="Arial Nova Light"/>
              </a:rPr>
              <a:t>By understanding the disparities in wages, policymakers can create solutions to promote fair pay practices and improve equality.</a:t>
            </a:r>
          </a:p>
          <a:p>
            <a:pPr algn="just">
              <a:lnSpc>
                <a:spcPct val="107000"/>
              </a:lnSpc>
              <a:spcAft>
                <a:spcPts val="800"/>
              </a:spcAft>
            </a:pPr>
            <a:r>
              <a:rPr lang="en-IE" sz="1550" spc="-1" dirty="0">
                <a:solidFill>
                  <a:prstClr val="black"/>
                </a:solidFill>
                <a:latin typeface="Arial Nova Light"/>
              </a:rPr>
              <a:t>Using machine learning helps identify the key factors that influence the wage gap, providing insights for future policy adjustments.</a:t>
            </a:r>
          </a:p>
        </p:txBody>
      </p:sp>
      <p:sp>
        <p:nvSpPr>
          <p:cNvPr id="1188" name="TextBox 99">
            <a:extLst>
              <a:ext uri="{FF2B5EF4-FFF2-40B4-BE49-F238E27FC236}">
                <a16:creationId xmlns:a16="http://schemas.microsoft.com/office/drawing/2014/main" id="{E47756D8-848C-B350-E944-EE3ECCA1FD8E}"/>
              </a:ext>
            </a:extLst>
          </p:cNvPr>
          <p:cNvSpPr txBox="1"/>
          <p:nvPr/>
        </p:nvSpPr>
        <p:spPr>
          <a:xfrm>
            <a:off x="15204723" y="13188412"/>
            <a:ext cx="6911977" cy="8253541"/>
          </a:xfrm>
          <a:prstGeom prst="rect">
            <a:avLst/>
          </a:prstGeom>
        </p:spPr>
        <p:txBody>
          <a:bodyPr wrap="square" lIns="0" tIns="0" rIns="0" bIns="0" rtlCol="0" anchor="t">
            <a:spAutoFit/>
          </a:bodyPr>
          <a:lstStyle/>
          <a:p>
            <a:pPr algn="just">
              <a:spcAft>
                <a:spcPts val="800"/>
              </a:spcAft>
            </a:pPr>
            <a:r>
              <a:rPr lang="en-IE" sz="1550" b="1" spc="-1" dirty="0">
                <a:solidFill>
                  <a:prstClr val="black"/>
                </a:solidFill>
                <a:latin typeface="Arial Nova Light"/>
              </a:rPr>
              <a:t>1. Data Consolidation</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Imported two CSV files: high_popularity_spotify_data.csv and low_popularity_spotify_data.csv​​</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Created binary target variable: popularity (1 = high, 0 = low)​​</a:t>
            </a:r>
          </a:p>
          <a:p>
            <a:pPr algn="just">
              <a:spcAft>
                <a:spcPts val="800"/>
              </a:spcAft>
            </a:pPr>
            <a:r>
              <a:rPr lang="en-IE" sz="1550" b="1" spc="-1" dirty="0">
                <a:solidFill>
                  <a:prstClr val="black"/>
                </a:solidFill>
                <a:latin typeface="Arial Nova Light"/>
              </a:rPr>
              <a:t>2. Data Cleaning</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Missing values: Removed all rows containing </a:t>
            </a:r>
            <a:r>
              <a:rPr lang="en-IE" sz="1550" spc="-1" dirty="0" err="1">
                <a:solidFill>
                  <a:prstClr val="black"/>
                </a:solidFill>
                <a:latin typeface="Arial Nova Light"/>
              </a:rPr>
              <a:t>NaN</a:t>
            </a:r>
            <a:r>
              <a:rPr lang="en-IE" sz="1550" spc="-1" dirty="0">
                <a:solidFill>
                  <a:prstClr val="black"/>
                </a:solidFill>
                <a:latin typeface="Arial Nova Light"/>
              </a:rPr>
              <a:t> values​​</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Duplicates: Identified and eliminated duplicate records​​</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Irrelevant features: Dropped non-predictive columns (</a:t>
            </a:r>
            <a:r>
              <a:rPr lang="en-IE" sz="1550" spc="-1" dirty="0" err="1">
                <a:solidFill>
                  <a:prstClr val="black"/>
                </a:solidFill>
                <a:latin typeface="Arial Nova Light"/>
              </a:rPr>
              <a:t>track_id</a:t>
            </a:r>
            <a:r>
              <a:rPr lang="en-IE" sz="1550" spc="-1" dirty="0">
                <a:solidFill>
                  <a:prstClr val="black"/>
                </a:solidFill>
                <a:latin typeface="Arial Nova Light"/>
              </a:rPr>
              <a:t>, </a:t>
            </a:r>
            <a:r>
              <a:rPr lang="en-IE" sz="1550" spc="-1" dirty="0" err="1">
                <a:solidFill>
                  <a:prstClr val="black"/>
                </a:solidFill>
                <a:latin typeface="Arial Nova Light"/>
              </a:rPr>
              <a:t>track_href</a:t>
            </a:r>
            <a:r>
              <a:rPr lang="en-IE" sz="1550" spc="-1" dirty="0">
                <a:solidFill>
                  <a:prstClr val="black"/>
                </a:solidFill>
                <a:latin typeface="Arial Nova Light"/>
              </a:rPr>
              <a:t>, </a:t>
            </a:r>
            <a:r>
              <a:rPr lang="en-IE" sz="1550" spc="-1" dirty="0" err="1">
                <a:solidFill>
                  <a:prstClr val="black"/>
                </a:solidFill>
                <a:latin typeface="Arial Nova Light"/>
              </a:rPr>
              <a:t>analysis_url</a:t>
            </a:r>
            <a:r>
              <a:rPr lang="en-IE" sz="1550" spc="-1" dirty="0">
                <a:solidFill>
                  <a:prstClr val="black"/>
                </a:solidFill>
                <a:latin typeface="Arial Nova Light"/>
              </a:rPr>
              <a:t>)​​</a:t>
            </a:r>
          </a:p>
          <a:p>
            <a:pPr algn="just">
              <a:spcAft>
                <a:spcPts val="800"/>
              </a:spcAft>
            </a:pPr>
            <a:r>
              <a:rPr lang="en-IE" sz="1550" b="1" spc="-1" dirty="0">
                <a:solidFill>
                  <a:prstClr val="black"/>
                </a:solidFill>
                <a:latin typeface="Arial Nova Light"/>
              </a:rPr>
              <a:t>3. Feature Engineering</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Temporal extraction: Parsed </a:t>
            </a:r>
            <a:r>
              <a:rPr lang="en-IE" sz="1550" spc="-1" dirty="0" err="1">
                <a:solidFill>
                  <a:prstClr val="black"/>
                </a:solidFill>
                <a:latin typeface="Arial Nova Light"/>
              </a:rPr>
              <a:t>track_album_release_date</a:t>
            </a:r>
            <a:r>
              <a:rPr lang="en-IE" sz="1550" spc="-1" dirty="0">
                <a:solidFill>
                  <a:prstClr val="black"/>
                </a:solidFill>
                <a:latin typeface="Arial Nova Light"/>
              </a:rPr>
              <a:t> to create:</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Categorical conversion: Transformed key and mode from numeric to categorical types​​</a:t>
            </a:r>
          </a:p>
          <a:p>
            <a:pPr algn="just">
              <a:spcAft>
                <a:spcPts val="800"/>
              </a:spcAft>
            </a:pPr>
            <a:r>
              <a:rPr lang="en-IE" sz="1550" b="1" spc="-1" dirty="0">
                <a:solidFill>
                  <a:prstClr val="black"/>
                </a:solidFill>
                <a:latin typeface="Arial Nova Light"/>
              </a:rPr>
              <a:t>4. Data Transformation &amp; Scaling</a:t>
            </a:r>
          </a:p>
          <a:p>
            <a:pPr marL="285750" indent="-285750" algn="just">
              <a:spcAft>
                <a:spcPts val="800"/>
              </a:spcAft>
              <a:buFont typeface="Arial" panose="020B0604020202020204" pitchFamily="34" charset="0"/>
              <a:buChar char="•"/>
            </a:pPr>
            <a:r>
              <a:rPr lang="en-IE" sz="1550" spc="-1" dirty="0" err="1">
                <a:solidFill>
                  <a:prstClr val="black"/>
                </a:solidFill>
                <a:latin typeface="Arial Nova Light"/>
              </a:rPr>
              <a:t>MinMaxScaler</a:t>
            </a:r>
            <a:r>
              <a:rPr lang="en-IE" sz="1550" spc="-1" dirty="0">
                <a:solidFill>
                  <a:prstClr val="black"/>
                </a:solidFill>
                <a:latin typeface="Arial Nova Light"/>
              </a:rPr>
              <a:t> normalization: Applied to numeric audio features (danceability, energy, loudness, tempo) to scale to range​​</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Rationale: Prevents magnitude-sensitive algorithms (e.g., SVM) from feature dominance​​</a:t>
            </a:r>
          </a:p>
          <a:p>
            <a:pPr algn="just">
              <a:spcAft>
                <a:spcPts val="800"/>
              </a:spcAft>
            </a:pPr>
            <a:r>
              <a:rPr lang="en-IE" sz="1550" b="1" spc="-1" dirty="0">
                <a:solidFill>
                  <a:prstClr val="black"/>
                </a:solidFill>
                <a:latin typeface="Arial Nova Light"/>
              </a:rPr>
              <a:t>5. Outlier Detection</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IQR method: Applied to each numeric feature individually​​</a:t>
            </a:r>
          </a:p>
          <a:p>
            <a:pPr algn="just">
              <a:spcAft>
                <a:spcPts val="800"/>
              </a:spcAft>
            </a:pPr>
            <a:r>
              <a:rPr lang="en-IE" sz="1550" b="1" spc="-1" dirty="0">
                <a:solidFill>
                  <a:prstClr val="black"/>
                </a:solidFill>
                <a:latin typeface="Arial Nova Light"/>
              </a:rPr>
              <a:t>6. Class Balance Check</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Verified target variable distribution to assess imbalance​​</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Final Dataset:</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Records: 4,829 songs​</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Features: 20 predictive variables (after cleaning)​</a:t>
            </a:r>
          </a:p>
          <a:p>
            <a:pPr marL="285750" indent="-285750" algn="just">
              <a:spcAft>
                <a:spcPts val="800"/>
              </a:spcAft>
              <a:buFont typeface="Arial" panose="020B0604020202020204" pitchFamily="34" charset="0"/>
              <a:buChar char="•"/>
            </a:pPr>
            <a:r>
              <a:rPr lang="en-IE" sz="1550" spc="-1" dirty="0">
                <a:solidFill>
                  <a:prstClr val="black"/>
                </a:solidFill>
                <a:latin typeface="Arial Nova Light"/>
              </a:rPr>
              <a:t>Target: Binary classification (popular vs. less popular)</a:t>
            </a:r>
          </a:p>
        </p:txBody>
      </p:sp>
      <p:grpSp>
        <p:nvGrpSpPr>
          <p:cNvPr id="1189" name="Group 1188">
            <a:extLst>
              <a:ext uri="{FF2B5EF4-FFF2-40B4-BE49-F238E27FC236}">
                <a16:creationId xmlns:a16="http://schemas.microsoft.com/office/drawing/2014/main" id="{6ABD0937-11C0-345A-D339-699C8158EF76}"/>
              </a:ext>
            </a:extLst>
          </p:cNvPr>
          <p:cNvGrpSpPr/>
          <p:nvPr/>
        </p:nvGrpSpPr>
        <p:grpSpPr>
          <a:xfrm>
            <a:off x="15231741" y="12075915"/>
            <a:ext cx="6432093" cy="1080000"/>
            <a:chOff x="15602820" y="5635291"/>
            <a:chExt cx="6432093" cy="1080000"/>
          </a:xfrm>
        </p:grpSpPr>
        <p:grpSp>
          <p:nvGrpSpPr>
            <p:cNvPr id="1190" name="Group 1189">
              <a:extLst>
                <a:ext uri="{FF2B5EF4-FFF2-40B4-BE49-F238E27FC236}">
                  <a16:creationId xmlns:a16="http://schemas.microsoft.com/office/drawing/2014/main" id="{06304A54-DA2C-B571-585B-8737FEDF5DF9}"/>
                </a:ext>
              </a:extLst>
            </p:cNvPr>
            <p:cNvGrpSpPr/>
            <p:nvPr/>
          </p:nvGrpSpPr>
          <p:grpSpPr>
            <a:xfrm>
              <a:off x="15602820" y="5635291"/>
              <a:ext cx="1080000" cy="1080000"/>
              <a:chOff x="15602820" y="5635291"/>
              <a:chExt cx="1080000" cy="1080000"/>
            </a:xfrm>
          </p:grpSpPr>
          <p:sp>
            <p:nvSpPr>
              <p:cNvPr id="1192" name="Freeform 24">
                <a:extLst>
                  <a:ext uri="{FF2B5EF4-FFF2-40B4-BE49-F238E27FC236}">
                    <a16:creationId xmlns:a16="http://schemas.microsoft.com/office/drawing/2014/main" id="{96F3BEF3-D3D6-CE9F-5C38-C5FE5252D67C}"/>
                  </a:ext>
                </a:extLst>
              </p:cNvPr>
              <p:cNvSpPr>
                <a:spLocks noChangeAspect="1"/>
              </p:cNvSpPr>
              <p:nvPr/>
            </p:nvSpPr>
            <p:spPr>
              <a:xfrm>
                <a:off x="15602820" y="5635291"/>
                <a:ext cx="1080000" cy="1080000"/>
              </a:xfrm>
              <a:custGeom>
                <a:avLst/>
                <a:gdLst/>
                <a:ahLst/>
                <a:cxnLst/>
                <a:rect l="l" t="t" r="r" b="b"/>
                <a:pathLst>
                  <a:path w="6355080" h="6355080">
                    <a:moveTo>
                      <a:pt x="3177540" y="6355080"/>
                    </a:moveTo>
                    <a:cubicBezTo>
                      <a:pt x="2329180" y="6355080"/>
                      <a:pt x="1530350" y="6024880"/>
                      <a:pt x="930910" y="5424170"/>
                    </a:cubicBezTo>
                    <a:cubicBezTo>
                      <a:pt x="330200" y="4824730"/>
                      <a:pt x="0" y="4025900"/>
                      <a:pt x="0" y="3177540"/>
                    </a:cubicBezTo>
                    <a:cubicBezTo>
                      <a:pt x="0" y="2329180"/>
                      <a:pt x="330200" y="1530350"/>
                      <a:pt x="930910" y="930910"/>
                    </a:cubicBezTo>
                    <a:cubicBezTo>
                      <a:pt x="1530350" y="330200"/>
                      <a:pt x="2329180" y="0"/>
                      <a:pt x="3177540" y="0"/>
                    </a:cubicBezTo>
                    <a:cubicBezTo>
                      <a:pt x="4025900" y="0"/>
                      <a:pt x="4824730" y="330200"/>
                      <a:pt x="5424170" y="930910"/>
                    </a:cubicBezTo>
                    <a:cubicBezTo>
                      <a:pt x="6024880" y="1531620"/>
                      <a:pt x="6355080" y="2329180"/>
                      <a:pt x="6355080" y="3177540"/>
                    </a:cubicBezTo>
                    <a:cubicBezTo>
                      <a:pt x="6355080" y="4025900"/>
                      <a:pt x="6024880" y="4824730"/>
                      <a:pt x="5424170" y="5424170"/>
                    </a:cubicBezTo>
                    <a:cubicBezTo>
                      <a:pt x="4824730" y="6024880"/>
                      <a:pt x="4025900" y="6355080"/>
                      <a:pt x="3177540" y="6355080"/>
                    </a:cubicBezTo>
                    <a:close/>
                    <a:moveTo>
                      <a:pt x="3177540" y="190500"/>
                    </a:moveTo>
                    <a:cubicBezTo>
                      <a:pt x="2379980" y="190500"/>
                      <a:pt x="1629410" y="501650"/>
                      <a:pt x="1065530" y="1065530"/>
                    </a:cubicBezTo>
                    <a:cubicBezTo>
                      <a:pt x="501650" y="1629410"/>
                      <a:pt x="190500" y="2379980"/>
                      <a:pt x="190500" y="3177540"/>
                    </a:cubicBezTo>
                    <a:cubicBezTo>
                      <a:pt x="190500" y="3975100"/>
                      <a:pt x="501650" y="4725670"/>
                      <a:pt x="1065530" y="5289550"/>
                    </a:cubicBezTo>
                    <a:cubicBezTo>
                      <a:pt x="1629410" y="5853430"/>
                      <a:pt x="2379980" y="6164580"/>
                      <a:pt x="3177540" y="6164580"/>
                    </a:cubicBezTo>
                    <a:cubicBezTo>
                      <a:pt x="3975100" y="6164580"/>
                      <a:pt x="4725670" y="5853430"/>
                      <a:pt x="5289550" y="5289550"/>
                    </a:cubicBezTo>
                    <a:cubicBezTo>
                      <a:pt x="5853430" y="4725670"/>
                      <a:pt x="6164580" y="3975100"/>
                      <a:pt x="6164580" y="3177540"/>
                    </a:cubicBezTo>
                    <a:cubicBezTo>
                      <a:pt x="6164580" y="2379980"/>
                      <a:pt x="5853430" y="1629410"/>
                      <a:pt x="5289550" y="1065530"/>
                    </a:cubicBezTo>
                    <a:cubicBezTo>
                      <a:pt x="4725670" y="501650"/>
                      <a:pt x="3975100" y="190500"/>
                      <a:pt x="3177540" y="190500"/>
                    </a:cubicBezTo>
                    <a:close/>
                  </a:path>
                </a:pathLst>
              </a:custGeom>
              <a:solidFill>
                <a:srgbClr val="04B0A0"/>
              </a:solidFill>
              <a:ln w="12700">
                <a:solidFill>
                  <a:srgbClr val="04B0A0"/>
                </a:solidFill>
              </a:ln>
            </p:spPr>
            <p:txBody>
              <a:bodyPr/>
              <a:lstStyle/>
              <a:p>
                <a:endParaRPr lang="en-IE" dirty="0"/>
              </a:p>
            </p:txBody>
          </p:sp>
          <p:sp>
            <p:nvSpPr>
              <p:cNvPr id="1193" name="TextBox 25">
                <a:extLst>
                  <a:ext uri="{FF2B5EF4-FFF2-40B4-BE49-F238E27FC236}">
                    <a16:creationId xmlns:a16="http://schemas.microsoft.com/office/drawing/2014/main" id="{249EFE88-D4C9-D8A1-65C2-653DB451805C}"/>
                  </a:ext>
                </a:extLst>
              </p:cNvPr>
              <p:cNvSpPr txBox="1"/>
              <p:nvPr/>
            </p:nvSpPr>
            <p:spPr>
              <a:xfrm>
                <a:off x="15852060" y="5950029"/>
                <a:ext cx="614708" cy="552908"/>
              </a:xfrm>
              <a:prstGeom prst="rect">
                <a:avLst/>
              </a:prstGeom>
            </p:spPr>
            <p:txBody>
              <a:bodyPr lIns="0" tIns="0" rIns="0" bIns="0" rtlCol="0" anchor="t">
                <a:spAutoFit/>
              </a:bodyPr>
              <a:lstStyle/>
              <a:p>
                <a:pPr algn="ctr" defTabSz="593844">
                  <a:lnSpc>
                    <a:spcPts val="4222"/>
                  </a:lnSpc>
                  <a:spcBef>
                    <a:spcPct val="0"/>
                  </a:spcBef>
                </a:pPr>
                <a:r>
                  <a:rPr lang="en-US" sz="4400" b="1" spc="-97" dirty="0">
                    <a:solidFill>
                      <a:srgbClr val="04B0A0"/>
                    </a:solidFill>
                    <a:latin typeface="Space Mono" panose="020B0604020202020204" charset="0"/>
                  </a:rPr>
                  <a:t>04</a:t>
                </a:r>
              </a:p>
            </p:txBody>
          </p:sp>
        </p:grpSp>
        <p:sp>
          <p:nvSpPr>
            <p:cNvPr id="1191" name="TextBox 26">
              <a:extLst>
                <a:ext uri="{FF2B5EF4-FFF2-40B4-BE49-F238E27FC236}">
                  <a16:creationId xmlns:a16="http://schemas.microsoft.com/office/drawing/2014/main" id="{FA29581A-4309-AFE7-600D-ECCB93F9A837}"/>
                </a:ext>
              </a:extLst>
            </p:cNvPr>
            <p:cNvSpPr txBox="1"/>
            <p:nvPr/>
          </p:nvSpPr>
          <p:spPr>
            <a:xfrm>
              <a:off x="16833483" y="5950029"/>
              <a:ext cx="5201430" cy="552908"/>
            </a:xfrm>
            <a:prstGeom prst="rect">
              <a:avLst/>
            </a:prstGeom>
          </p:spPr>
          <p:txBody>
            <a:bodyPr wrap="square" lIns="0" tIns="0" rIns="0" bIns="0" rtlCol="0" anchor="t">
              <a:spAutoFit/>
            </a:bodyPr>
            <a:lstStyle/>
            <a:p>
              <a:pPr defTabSz="593844">
                <a:lnSpc>
                  <a:spcPts val="4222"/>
                </a:lnSpc>
                <a:spcBef>
                  <a:spcPct val="0"/>
                </a:spcBef>
              </a:pPr>
              <a:r>
                <a:rPr lang="en-US" sz="4400" b="1" spc="100" dirty="0">
                  <a:solidFill>
                    <a:srgbClr val="04B0A0"/>
                  </a:solidFill>
                  <a:latin typeface="Space Mono" panose="020B0604020202020204" charset="0"/>
                </a:rPr>
                <a:t>DATA PREPARATION</a:t>
              </a:r>
            </a:p>
          </p:txBody>
        </p:sp>
      </p:grpSp>
      <p:sp>
        <p:nvSpPr>
          <p:cNvPr id="1221" name="TextBox 1220">
            <a:extLst>
              <a:ext uri="{FF2B5EF4-FFF2-40B4-BE49-F238E27FC236}">
                <a16:creationId xmlns:a16="http://schemas.microsoft.com/office/drawing/2014/main" id="{284BB727-EF30-3FFC-5874-48D1AF5B106D}"/>
              </a:ext>
            </a:extLst>
          </p:cNvPr>
          <p:cNvSpPr txBox="1"/>
          <p:nvPr/>
        </p:nvSpPr>
        <p:spPr>
          <a:xfrm>
            <a:off x="161375" y="16056303"/>
            <a:ext cx="7147356" cy="1477328"/>
          </a:xfrm>
          <a:prstGeom prst="rect">
            <a:avLst/>
          </a:prstGeom>
          <a:noFill/>
        </p:spPr>
        <p:txBody>
          <a:bodyPr wrap="square">
            <a:spAutoFit/>
          </a:bodyPr>
          <a:lstStyle/>
          <a:p>
            <a:pPr algn="just"/>
            <a:r>
              <a:rPr lang="en-US" sz="1500" b="1" dirty="0">
                <a:solidFill>
                  <a:schemeClr val="bg1"/>
                </a:solidFill>
                <a:latin typeface="Arial Nova Light" panose="020B0304020202020204" pitchFamily="34" charset="0"/>
              </a:rPr>
              <a:t>This line graph illustrates the “average popularity” of one score per “release year,” illustrating the historical pattern.</a:t>
            </a:r>
          </a:p>
          <a:p>
            <a:pPr algn="just"/>
            <a:r>
              <a:rPr lang="en-US" sz="1500" b="1" dirty="0">
                <a:solidFill>
                  <a:schemeClr val="bg1"/>
                </a:solidFill>
                <a:latin typeface="Arial Nova Light" panose="020B0304020202020204" pitchFamily="34" charset="0"/>
              </a:rPr>
              <a:t>This chart is very clear: Average popularity was high during the years from 1960-1980, fell rapidly after 1990; it has slowly declined with some irregularities since then. This is a good example of how </a:t>
            </a:r>
            <a:r>
              <a:rPr lang="en-US" sz="1500" b="1" dirty="0" err="1">
                <a:solidFill>
                  <a:schemeClr val="bg1"/>
                </a:solidFill>
                <a:latin typeface="Arial Nova Light" panose="020B0304020202020204" pitchFamily="34" charset="0"/>
              </a:rPr>
              <a:t>release_year</a:t>
            </a:r>
            <a:r>
              <a:rPr lang="en-US" sz="1500" b="1" dirty="0">
                <a:solidFill>
                  <a:schemeClr val="bg1"/>
                </a:solidFill>
                <a:latin typeface="Arial Nova Light" panose="020B0304020202020204" pitchFamily="34" charset="0"/>
              </a:rPr>
              <a:t> is an important variable that reflects a dominant trend in the data.</a:t>
            </a:r>
          </a:p>
        </p:txBody>
      </p:sp>
      <p:sp>
        <p:nvSpPr>
          <p:cNvPr id="5" name="TextBox 4">
            <a:extLst>
              <a:ext uri="{FF2B5EF4-FFF2-40B4-BE49-F238E27FC236}">
                <a16:creationId xmlns:a16="http://schemas.microsoft.com/office/drawing/2014/main" id="{3271AFD0-EBD0-7CAD-0342-5883EC95992E}"/>
              </a:ext>
            </a:extLst>
          </p:cNvPr>
          <p:cNvSpPr txBox="1"/>
          <p:nvPr/>
        </p:nvSpPr>
        <p:spPr>
          <a:xfrm>
            <a:off x="22924226" y="2043161"/>
            <a:ext cx="6397534" cy="5262979"/>
          </a:xfrm>
          <a:prstGeom prst="rect">
            <a:avLst/>
          </a:prstGeom>
          <a:noFill/>
        </p:spPr>
        <p:txBody>
          <a:bodyPr wrap="square" rtlCol="0">
            <a:spAutoFit/>
          </a:bodyPr>
          <a:lstStyle/>
          <a:p>
            <a:r>
              <a:rPr lang="pt-BR" sz="1600" dirty="0" err="1"/>
              <a:t>All</a:t>
            </a:r>
            <a:r>
              <a:rPr lang="pt-BR" sz="1600" dirty="0"/>
              <a:t> models </a:t>
            </a:r>
            <a:r>
              <a:rPr lang="pt-BR" sz="1600" dirty="0" err="1"/>
              <a:t>were</a:t>
            </a:r>
            <a:r>
              <a:rPr lang="pt-BR" sz="1600" dirty="0"/>
              <a:t> </a:t>
            </a:r>
            <a:r>
              <a:rPr lang="pt-BR" sz="1600" dirty="0" err="1"/>
              <a:t>trained</a:t>
            </a:r>
            <a:r>
              <a:rPr lang="pt-BR" sz="1600" dirty="0"/>
              <a:t> </a:t>
            </a:r>
            <a:r>
              <a:rPr lang="pt-BR" sz="1600" dirty="0" err="1"/>
              <a:t>using</a:t>
            </a:r>
            <a:r>
              <a:rPr lang="pt-BR" sz="1600" dirty="0"/>
              <a:t> </a:t>
            </a:r>
            <a:r>
              <a:rPr lang="pt-BR" sz="1600" dirty="0" err="1"/>
              <a:t>an</a:t>
            </a:r>
            <a:r>
              <a:rPr lang="pt-BR" sz="1600" dirty="0"/>
              <a:t> </a:t>
            </a:r>
            <a:r>
              <a:rPr lang="pt-BR" sz="1600" b="1" dirty="0"/>
              <a:t>[80/20 </a:t>
            </a:r>
            <a:r>
              <a:rPr lang="pt-BR" sz="1600" b="1" dirty="0" err="1"/>
              <a:t>and</a:t>
            </a:r>
            <a:r>
              <a:rPr lang="pt-BR" sz="1600" b="1" dirty="0"/>
              <a:t> 70/30] </a:t>
            </a:r>
            <a:r>
              <a:rPr lang="pt-BR" sz="1600" dirty="0"/>
              <a:t>split </a:t>
            </a:r>
            <a:r>
              <a:rPr lang="pt-BR" sz="1600" dirty="0" err="1"/>
              <a:t>and</a:t>
            </a:r>
            <a:r>
              <a:rPr lang="pt-BR" sz="1600" dirty="0"/>
              <a:t> </a:t>
            </a:r>
            <a:r>
              <a:rPr lang="pt-BR" sz="1600" dirty="0" err="1"/>
              <a:t>tuned</a:t>
            </a:r>
            <a:r>
              <a:rPr lang="pt-BR" sz="1600" dirty="0"/>
              <a:t> </a:t>
            </a:r>
            <a:r>
              <a:rPr lang="pt-BR" sz="1600" dirty="0" err="1"/>
              <a:t>with</a:t>
            </a:r>
            <a:r>
              <a:rPr lang="pt-BR" sz="1600" dirty="0"/>
              <a:t> </a:t>
            </a:r>
            <a:r>
              <a:rPr lang="pt-BR" sz="1600" dirty="0" err="1"/>
              <a:t>GridSearchCV</a:t>
            </a:r>
            <a:r>
              <a:rPr lang="pt-BR" sz="1600" dirty="0"/>
              <a:t> (3-fold) </a:t>
            </a:r>
            <a:r>
              <a:rPr lang="pt-BR" sz="1600" dirty="0" err="1"/>
              <a:t>to</a:t>
            </a:r>
            <a:r>
              <a:rPr lang="pt-BR" sz="1600" dirty="0"/>
              <a:t> </a:t>
            </a:r>
            <a:r>
              <a:rPr lang="pt-BR" sz="1600" dirty="0" err="1"/>
              <a:t>optimize</a:t>
            </a:r>
            <a:r>
              <a:rPr lang="pt-BR" sz="1600" dirty="0"/>
              <a:t> </a:t>
            </a:r>
            <a:r>
              <a:rPr lang="pt-BR" sz="1600" dirty="0" err="1"/>
              <a:t>hyperparameters</a:t>
            </a:r>
            <a:r>
              <a:rPr lang="pt-BR" sz="1600" dirty="0"/>
              <a:t>.</a:t>
            </a:r>
          </a:p>
          <a:p>
            <a:r>
              <a:rPr lang="pt-BR" sz="1600" b="1" dirty="0"/>
              <a:t>Approach 1:</a:t>
            </a:r>
            <a:r>
              <a:rPr lang="pt-BR" sz="1600" dirty="0"/>
              <a:t> </a:t>
            </a:r>
            <a:r>
              <a:rPr lang="pt-BR" sz="1600" dirty="0" err="1"/>
              <a:t>Binary</a:t>
            </a:r>
            <a:r>
              <a:rPr lang="pt-BR" sz="1600" dirty="0"/>
              <a:t> </a:t>
            </a:r>
            <a:r>
              <a:rPr lang="pt-BR" sz="1600" dirty="0" err="1"/>
              <a:t>Classification</a:t>
            </a:r>
            <a:r>
              <a:rPr lang="pt-BR" sz="1600" dirty="0"/>
              <a:t> (</a:t>
            </a:r>
            <a:r>
              <a:rPr lang="pt-BR" sz="1600" dirty="0" err="1"/>
              <a:t>Predicts</a:t>
            </a:r>
            <a:r>
              <a:rPr lang="pt-BR" sz="1600" dirty="0"/>
              <a:t> "Hit" vs. "</a:t>
            </a:r>
            <a:r>
              <a:rPr lang="pt-BR" sz="1600" dirty="0" err="1"/>
              <a:t>Not</a:t>
            </a:r>
            <a:r>
              <a:rPr lang="pt-BR" sz="1600" dirty="0"/>
              <a:t> Hit")</a:t>
            </a:r>
          </a:p>
          <a:p>
            <a:r>
              <a:rPr lang="pt-BR" sz="1600" b="1" i="1" dirty="0"/>
              <a:t>Task</a:t>
            </a:r>
            <a:r>
              <a:rPr lang="pt-BR" sz="1600" dirty="0"/>
              <a:t>: </a:t>
            </a:r>
          </a:p>
          <a:p>
            <a:pPr marL="285750" indent="-285750">
              <a:buFont typeface="Arial" panose="020B0604020202020204" pitchFamily="34" charset="0"/>
              <a:buChar char="•"/>
            </a:pPr>
            <a:r>
              <a:rPr lang="pt-BR" sz="1600" dirty="0"/>
              <a:t>    </a:t>
            </a:r>
            <a:r>
              <a:rPr lang="pt-BR" sz="1600" dirty="0" err="1"/>
              <a:t>Predict</a:t>
            </a:r>
            <a:r>
              <a:rPr lang="pt-BR" sz="1600" dirty="0"/>
              <a:t> a </a:t>
            </a:r>
            <a:r>
              <a:rPr lang="pt-BR" sz="1600" dirty="0" err="1"/>
              <a:t>binary</a:t>
            </a:r>
            <a:r>
              <a:rPr lang="pt-BR" sz="1600" dirty="0"/>
              <a:t> target: Popular (1) </a:t>
            </a:r>
            <a:r>
              <a:rPr lang="pt-BR" sz="1600" dirty="0" err="1"/>
              <a:t>or</a:t>
            </a:r>
            <a:r>
              <a:rPr lang="pt-BR" sz="1600" dirty="0"/>
              <a:t> </a:t>
            </a:r>
            <a:r>
              <a:rPr lang="pt-BR" sz="1600" dirty="0" err="1"/>
              <a:t>Not</a:t>
            </a:r>
            <a:r>
              <a:rPr lang="pt-BR" sz="1600" dirty="0"/>
              <a:t> Popular (0).</a:t>
            </a:r>
          </a:p>
          <a:p>
            <a:r>
              <a:rPr lang="pt-BR" sz="1600" b="1" i="1" dirty="0" err="1"/>
              <a:t>Algorithms</a:t>
            </a:r>
            <a:r>
              <a:rPr lang="pt-BR" sz="1600" dirty="0"/>
              <a:t>:</a:t>
            </a:r>
          </a:p>
          <a:p>
            <a:pPr marL="285750" indent="-285750">
              <a:buFont typeface="Arial" panose="020B0604020202020204" pitchFamily="34" charset="0"/>
              <a:buChar char="•"/>
            </a:pPr>
            <a:r>
              <a:rPr lang="pt-BR" sz="1600" dirty="0"/>
              <a:t>    Random Forest </a:t>
            </a:r>
            <a:r>
              <a:rPr lang="pt-BR" sz="1600" dirty="0" err="1"/>
              <a:t>Classifier</a:t>
            </a:r>
            <a:r>
              <a:rPr lang="pt-BR" sz="1600" dirty="0"/>
              <a:t> (RFC), </a:t>
            </a:r>
          </a:p>
          <a:p>
            <a:pPr marL="285750" indent="-285750">
              <a:buFont typeface="Arial" panose="020B0604020202020204" pitchFamily="34" charset="0"/>
              <a:buChar char="•"/>
            </a:pPr>
            <a:r>
              <a:rPr lang="pt-BR" sz="1600" dirty="0"/>
              <a:t>    </a:t>
            </a:r>
            <a:r>
              <a:rPr lang="pt-BR" sz="1600" dirty="0" err="1"/>
              <a:t>Gradient</a:t>
            </a:r>
            <a:r>
              <a:rPr lang="pt-BR" sz="1600" dirty="0"/>
              <a:t> </a:t>
            </a:r>
            <a:r>
              <a:rPr lang="pt-BR" sz="1600" dirty="0" err="1"/>
              <a:t>Boosting</a:t>
            </a:r>
            <a:r>
              <a:rPr lang="pt-BR" sz="1600" dirty="0"/>
              <a:t> </a:t>
            </a:r>
            <a:r>
              <a:rPr lang="pt-BR" sz="1600" dirty="0" err="1"/>
              <a:t>Classifier</a:t>
            </a:r>
            <a:r>
              <a:rPr lang="pt-BR" sz="1600" dirty="0"/>
              <a:t> (GBC), </a:t>
            </a:r>
          </a:p>
          <a:p>
            <a:pPr marL="285750" indent="-285750">
              <a:buFont typeface="Arial" panose="020B0604020202020204" pitchFamily="34" charset="0"/>
              <a:buChar char="•"/>
            </a:pPr>
            <a:r>
              <a:rPr lang="pt-BR" sz="1600" dirty="0"/>
              <a:t>    </a:t>
            </a:r>
            <a:r>
              <a:rPr lang="pt-BR" sz="1600" dirty="0" err="1"/>
              <a:t>Support</a:t>
            </a:r>
            <a:r>
              <a:rPr lang="pt-BR" sz="1600" dirty="0"/>
              <a:t> Vector </a:t>
            </a:r>
            <a:r>
              <a:rPr lang="pt-BR" sz="1600" dirty="0" err="1"/>
              <a:t>Classifier</a:t>
            </a:r>
            <a:r>
              <a:rPr lang="pt-BR" sz="1600" dirty="0"/>
              <a:t> (SVC).</a:t>
            </a:r>
          </a:p>
          <a:p>
            <a:r>
              <a:rPr lang="pt-BR" sz="1600" b="1" i="1" dirty="0"/>
              <a:t>Key </a:t>
            </a:r>
            <a:r>
              <a:rPr lang="pt-BR" sz="1600" b="1" i="1" dirty="0" err="1"/>
              <a:t>Metrics</a:t>
            </a:r>
            <a:r>
              <a:rPr lang="pt-BR" sz="1600" dirty="0"/>
              <a:t>: </a:t>
            </a:r>
          </a:p>
          <a:p>
            <a:pPr marL="285750" indent="-285750">
              <a:buFont typeface="Arial" panose="020B0604020202020204" pitchFamily="34" charset="0"/>
              <a:buChar char="•"/>
            </a:pPr>
            <a:r>
              <a:rPr lang="pt-BR" sz="1600" dirty="0"/>
              <a:t>    Test </a:t>
            </a:r>
            <a:r>
              <a:rPr lang="pt-BR" sz="1600" dirty="0" err="1"/>
              <a:t>Accuracy</a:t>
            </a:r>
            <a:r>
              <a:rPr lang="pt-BR" sz="1600" dirty="0"/>
              <a:t>, </a:t>
            </a:r>
            <a:r>
              <a:rPr lang="pt-BR" sz="1600" dirty="0" err="1"/>
              <a:t>Mean</a:t>
            </a:r>
            <a:r>
              <a:rPr lang="pt-BR" sz="1600" dirty="0"/>
              <a:t> Cross-</a:t>
            </a:r>
            <a:r>
              <a:rPr lang="pt-BR" sz="1600" dirty="0" err="1"/>
              <a:t>Validation</a:t>
            </a:r>
            <a:r>
              <a:rPr lang="pt-BR" sz="1600" dirty="0"/>
              <a:t> (CV) Score.</a:t>
            </a:r>
          </a:p>
          <a:p>
            <a:r>
              <a:rPr lang="pt-BR" sz="1600" b="1" dirty="0"/>
              <a:t>Approach 2: </a:t>
            </a:r>
            <a:r>
              <a:rPr lang="pt-BR" sz="1600" dirty="0" err="1"/>
              <a:t>Regression</a:t>
            </a:r>
            <a:r>
              <a:rPr lang="pt-BR" sz="1600" dirty="0"/>
              <a:t> (</a:t>
            </a:r>
            <a:r>
              <a:rPr lang="pt-BR" sz="1600" dirty="0" err="1"/>
              <a:t>Predicts</a:t>
            </a:r>
            <a:r>
              <a:rPr lang="pt-BR" sz="1600" dirty="0"/>
              <a:t> </a:t>
            </a:r>
            <a:r>
              <a:rPr lang="pt-BR" sz="1600" dirty="0" err="1"/>
              <a:t>Exact</a:t>
            </a:r>
            <a:r>
              <a:rPr lang="pt-BR" sz="1600" dirty="0"/>
              <a:t> Score)</a:t>
            </a:r>
          </a:p>
          <a:p>
            <a:r>
              <a:rPr lang="pt-BR" sz="1600" b="1" i="1" dirty="0"/>
              <a:t>Task</a:t>
            </a:r>
            <a:r>
              <a:rPr lang="pt-BR" sz="1600" dirty="0"/>
              <a:t>: </a:t>
            </a:r>
          </a:p>
          <a:p>
            <a:pPr marL="285750" indent="-285750">
              <a:buFont typeface="Arial" panose="020B0604020202020204" pitchFamily="34" charset="0"/>
              <a:buChar char="•"/>
            </a:pPr>
            <a:r>
              <a:rPr lang="pt-BR" sz="1600" dirty="0"/>
              <a:t>    </a:t>
            </a:r>
            <a:r>
              <a:rPr lang="pt-BR" sz="1600" dirty="0" err="1"/>
              <a:t>Predict</a:t>
            </a:r>
            <a:r>
              <a:rPr lang="pt-BR" sz="1600" dirty="0"/>
              <a:t> </a:t>
            </a:r>
            <a:r>
              <a:rPr lang="pt-BR" sz="1600" dirty="0" err="1"/>
              <a:t>the</a:t>
            </a:r>
            <a:r>
              <a:rPr lang="pt-BR" sz="1600" dirty="0"/>
              <a:t> </a:t>
            </a:r>
            <a:r>
              <a:rPr lang="pt-BR" sz="1600" dirty="0" err="1"/>
              <a:t>exact</a:t>
            </a:r>
            <a:r>
              <a:rPr lang="pt-BR" sz="1600" dirty="0"/>
              <a:t> </a:t>
            </a:r>
            <a:r>
              <a:rPr lang="pt-BR" sz="1600" dirty="0" err="1"/>
              <a:t>track_popularity</a:t>
            </a:r>
            <a:r>
              <a:rPr lang="pt-BR" sz="1600" dirty="0"/>
              <a:t> score (0-100).</a:t>
            </a:r>
          </a:p>
          <a:p>
            <a:r>
              <a:rPr lang="pt-BR" sz="1600" b="1" i="1" dirty="0" err="1"/>
              <a:t>Algorithms</a:t>
            </a:r>
            <a:r>
              <a:rPr lang="pt-BR" sz="1600" dirty="0"/>
              <a:t>: </a:t>
            </a:r>
          </a:p>
          <a:p>
            <a:pPr marL="285750" indent="-285750">
              <a:buFont typeface="Arial" panose="020B0604020202020204" pitchFamily="34" charset="0"/>
              <a:buChar char="•"/>
            </a:pPr>
            <a:r>
              <a:rPr lang="pt-BR" sz="1600" dirty="0"/>
              <a:t>    </a:t>
            </a:r>
            <a:r>
              <a:rPr lang="pt-BR" sz="1600" dirty="0" err="1"/>
              <a:t>XGBoost</a:t>
            </a:r>
            <a:r>
              <a:rPr lang="pt-BR" sz="1600" dirty="0"/>
              <a:t> </a:t>
            </a:r>
            <a:r>
              <a:rPr lang="pt-BR" sz="1600" dirty="0" err="1"/>
              <a:t>Regressor</a:t>
            </a:r>
            <a:r>
              <a:rPr lang="pt-BR" sz="1600" dirty="0"/>
              <a:t> (XGBR), </a:t>
            </a:r>
          </a:p>
          <a:p>
            <a:pPr marL="285750" indent="-285750">
              <a:buFont typeface="Arial" panose="020B0604020202020204" pitchFamily="34" charset="0"/>
              <a:buChar char="•"/>
            </a:pPr>
            <a:r>
              <a:rPr lang="pt-BR" sz="1600" dirty="0"/>
              <a:t>    </a:t>
            </a:r>
            <a:r>
              <a:rPr lang="pt-BR" sz="1600" dirty="0" err="1"/>
              <a:t>Gradient</a:t>
            </a:r>
            <a:r>
              <a:rPr lang="pt-BR" sz="1600" dirty="0"/>
              <a:t> </a:t>
            </a:r>
            <a:r>
              <a:rPr lang="pt-BR" sz="1600" dirty="0" err="1"/>
              <a:t>Boosting</a:t>
            </a:r>
            <a:r>
              <a:rPr lang="pt-BR" sz="1600" dirty="0"/>
              <a:t> </a:t>
            </a:r>
            <a:r>
              <a:rPr lang="pt-BR" sz="1600" dirty="0" err="1"/>
              <a:t>Regressor</a:t>
            </a:r>
            <a:r>
              <a:rPr lang="pt-BR" sz="1600" dirty="0"/>
              <a:t> (GBR), </a:t>
            </a:r>
          </a:p>
          <a:p>
            <a:pPr marL="285750" indent="-285750">
              <a:buFont typeface="Arial" panose="020B0604020202020204" pitchFamily="34" charset="0"/>
              <a:buChar char="•"/>
            </a:pPr>
            <a:r>
              <a:rPr lang="pt-BR" sz="1600" dirty="0"/>
              <a:t>    </a:t>
            </a:r>
            <a:r>
              <a:rPr lang="pt-BR" sz="1600" dirty="0" err="1"/>
              <a:t>Support</a:t>
            </a:r>
            <a:r>
              <a:rPr lang="pt-BR" sz="1600" dirty="0"/>
              <a:t> Vector </a:t>
            </a:r>
            <a:r>
              <a:rPr lang="pt-BR" sz="1600" dirty="0" err="1"/>
              <a:t>Regressor</a:t>
            </a:r>
            <a:r>
              <a:rPr lang="pt-BR" sz="1600" dirty="0"/>
              <a:t> (SVR).</a:t>
            </a:r>
          </a:p>
          <a:p>
            <a:r>
              <a:rPr lang="pt-BR" sz="1600" b="1" i="1" dirty="0"/>
              <a:t>Key </a:t>
            </a:r>
            <a:r>
              <a:rPr lang="pt-BR" sz="1600" b="1" i="1" dirty="0" err="1"/>
              <a:t>Metrics</a:t>
            </a:r>
            <a:r>
              <a:rPr lang="pt-BR" sz="1600" dirty="0"/>
              <a:t>: </a:t>
            </a:r>
          </a:p>
          <a:p>
            <a:pPr marL="285750" indent="-285750">
              <a:buFont typeface="Arial" panose="020B0604020202020204" pitchFamily="34" charset="0"/>
              <a:buChar char="•"/>
            </a:pPr>
            <a:r>
              <a:rPr lang="pt-BR" sz="1600" dirty="0"/>
              <a:t>    R-</a:t>
            </a:r>
            <a:r>
              <a:rPr lang="pt-BR" sz="1600" dirty="0" err="1"/>
              <a:t>squared</a:t>
            </a:r>
            <a:r>
              <a:rPr lang="pt-BR" sz="1600" dirty="0"/>
              <a:t> (R²) Score, </a:t>
            </a:r>
          </a:p>
          <a:p>
            <a:pPr marL="285750" indent="-285750">
              <a:buFont typeface="Arial" panose="020B0604020202020204" pitchFamily="34" charset="0"/>
              <a:buChar char="•"/>
            </a:pPr>
            <a:r>
              <a:rPr lang="pt-BR" sz="1600" dirty="0"/>
              <a:t>    Root </a:t>
            </a:r>
            <a:r>
              <a:rPr lang="pt-BR" sz="1600" dirty="0" err="1"/>
              <a:t>Mean</a:t>
            </a:r>
            <a:r>
              <a:rPr lang="pt-BR" sz="1600" dirty="0"/>
              <a:t> </a:t>
            </a:r>
            <a:r>
              <a:rPr lang="pt-BR" sz="1600" dirty="0" err="1"/>
              <a:t>Squared</a:t>
            </a:r>
            <a:r>
              <a:rPr lang="pt-BR" sz="1600" dirty="0"/>
              <a:t> </a:t>
            </a:r>
            <a:r>
              <a:rPr lang="pt-BR" sz="1600" dirty="0" err="1"/>
              <a:t>Error</a:t>
            </a:r>
            <a:r>
              <a:rPr lang="pt-BR" sz="1600" dirty="0"/>
              <a:t> (RMSE).</a:t>
            </a:r>
          </a:p>
        </p:txBody>
      </p:sp>
      <p:pic>
        <p:nvPicPr>
          <p:cNvPr id="7" name="Picture 6">
            <a:extLst>
              <a:ext uri="{FF2B5EF4-FFF2-40B4-BE49-F238E27FC236}">
                <a16:creationId xmlns:a16="http://schemas.microsoft.com/office/drawing/2014/main" id="{7007FDFB-73C3-42DD-8217-419823C84695}"/>
              </a:ext>
            </a:extLst>
          </p:cNvPr>
          <p:cNvPicPr>
            <a:picLocks noChangeAspect="1"/>
          </p:cNvPicPr>
          <p:nvPr/>
        </p:nvPicPr>
        <p:blipFill>
          <a:blip r:embed="rId9"/>
          <a:stretch>
            <a:fillRect/>
          </a:stretch>
        </p:blipFill>
        <p:spPr>
          <a:xfrm>
            <a:off x="22959860" y="7373927"/>
            <a:ext cx="4476126" cy="2226703"/>
          </a:xfrm>
          <a:prstGeom prst="rect">
            <a:avLst/>
          </a:prstGeom>
        </p:spPr>
      </p:pic>
      <p:pic>
        <p:nvPicPr>
          <p:cNvPr id="9" name="Picture 8">
            <a:extLst>
              <a:ext uri="{FF2B5EF4-FFF2-40B4-BE49-F238E27FC236}">
                <a16:creationId xmlns:a16="http://schemas.microsoft.com/office/drawing/2014/main" id="{BD54A975-393A-0955-86C4-D1175F4A23F7}"/>
              </a:ext>
            </a:extLst>
          </p:cNvPr>
          <p:cNvPicPr>
            <a:picLocks noChangeAspect="1"/>
          </p:cNvPicPr>
          <p:nvPr/>
        </p:nvPicPr>
        <p:blipFill>
          <a:blip r:embed="rId10"/>
          <a:stretch>
            <a:fillRect/>
          </a:stretch>
        </p:blipFill>
        <p:spPr>
          <a:xfrm>
            <a:off x="22959860" y="9729309"/>
            <a:ext cx="4485281" cy="2226703"/>
          </a:xfrm>
          <a:prstGeom prst="rect">
            <a:avLst/>
          </a:prstGeom>
        </p:spPr>
      </p:pic>
      <p:pic>
        <p:nvPicPr>
          <p:cNvPr id="13" name="Picture 12" descr="A graph showing the trend of song popularity over the years&#10;&#10;AI-generated content may be incorrect.">
            <a:extLst>
              <a:ext uri="{FF2B5EF4-FFF2-40B4-BE49-F238E27FC236}">
                <a16:creationId xmlns:a16="http://schemas.microsoft.com/office/drawing/2014/main" id="{5ACFD5E2-404C-75B6-AAA3-B4A0DDF71763}"/>
              </a:ext>
            </a:extLst>
          </p:cNvPr>
          <p:cNvPicPr>
            <a:picLocks noChangeAspect="1"/>
          </p:cNvPicPr>
          <p:nvPr/>
        </p:nvPicPr>
        <p:blipFill>
          <a:blip r:embed="rId11"/>
          <a:stretch>
            <a:fillRect/>
          </a:stretch>
        </p:blipFill>
        <p:spPr>
          <a:xfrm>
            <a:off x="266437" y="12132494"/>
            <a:ext cx="6863635" cy="3752267"/>
          </a:xfrm>
          <a:prstGeom prst="rect">
            <a:avLst/>
          </a:prstGeom>
        </p:spPr>
      </p:pic>
      <p:sp>
        <p:nvSpPr>
          <p:cNvPr id="18" name="AutoShape 4">
            <a:extLst>
              <a:ext uri="{FF2B5EF4-FFF2-40B4-BE49-F238E27FC236}">
                <a16:creationId xmlns:a16="http://schemas.microsoft.com/office/drawing/2014/main" id="{DDC97EC0-4EF9-0B81-D7F2-E5CD1D93CCE5}"/>
              </a:ext>
            </a:extLst>
          </p:cNvPr>
          <p:cNvSpPr>
            <a:spLocks noChangeAspect="1" noChangeArrowheads="1"/>
          </p:cNvSpPr>
          <p:nvPr/>
        </p:nvSpPr>
        <p:spPr bwMode="auto">
          <a:xfrm>
            <a:off x="14984413" y="1053941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sp>
        <p:nvSpPr>
          <p:cNvPr id="20" name="AutoShape 6">
            <a:extLst>
              <a:ext uri="{FF2B5EF4-FFF2-40B4-BE49-F238E27FC236}">
                <a16:creationId xmlns:a16="http://schemas.microsoft.com/office/drawing/2014/main" id="{469B5DC5-DCF5-2918-A2AA-CD823875EC60}"/>
              </a:ext>
            </a:extLst>
          </p:cNvPr>
          <p:cNvSpPr>
            <a:spLocks noChangeAspect="1" noChangeArrowheads="1"/>
          </p:cNvSpPr>
          <p:nvPr/>
        </p:nvSpPr>
        <p:spPr bwMode="auto">
          <a:xfrm>
            <a:off x="15136813" y="1069181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pic>
        <p:nvPicPr>
          <p:cNvPr id="1036" name="Picture 12" descr="Mixed Photo Music Note Tones PNG Transparent Background, Free Download  #48328 - FreeIconsPNG">
            <a:extLst>
              <a:ext uri="{FF2B5EF4-FFF2-40B4-BE49-F238E27FC236}">
                <a16:creationId xmlns:a16="http://schemas.microsoft.com/office/drawing/2014/main" id="{985017E6-3751-9FF8-3C43-9AC46EB7482F}"/>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7113809" y="-186567"/>
            <a:ext cx="1715515" cy="1882165"/>
          </a:xfrm>
          <a:prstGeom prst="rect">
            <a:avLst/>
          </a:prstGeom>
          <a:noFill/>
          <a:extLst>
            <a:ext uri="{909E8E84-426E-40DD-AFC4-6F175D3DCCD1}">
              <a14:hiddenFill xmlns:a14="http://schemas.microsoft.com/office/drawing/2010/main">
                <a:solidFill>
                  <a:srgbClr val="FFFFFF"/>
                </a:solidFill>
              </a14:hiddenFill>
            </a:ext>
          </a:extLst>
        </p:spPr>
      </p:pic>
      <p:sp>
        <p:nvSpPr>
          <p:cNvPr id="27" name="AutoShape 4">
            <a:extLst>
              <a:ext uri="{FF2B5EF4-FFF2-40B4-BE49-F238E27FC236}">
                <a16:creationId xmlns:a16="http://schemas.microsoft.com/office/drawing/2014/main" id="{0117606B-DAA0-AA79-F280-628AD9CF003A}"/>
              </a:ext>
            </a:extLst>
          </p:cNvPr>
          <p:cNvSpPr/>
          <p:nvPr/>
        </p:nvSpPr>
        <p:spPr>
          <a:xfrm rot="5399999">
            <a:off x="12016654" y="10709402"/>
            <a:ext cx="21383626" cy="0"/>
          </a:xfrm>
          <a:prstGeom prst="line">
            <a:avLst/>
          </a:prstGeom>
          <a:ln w="101600" cap="rnd">
            <a:solidFill>
              <a:srgbClr val="8BC244"/>
            </a:solidFill>
            <a:prstDash val="solid"/>
            <a:headEnd type="none" w="sm" len="sm"/>
            <a:tailEnd type="none" w="sm" len="sm"/>
          </a:ln>
        </p:spPr>
        <p:txBody>
          <a:bodyPr/>
          <a:lstStyle/>
          <a:p>
            <a:endParaRPr lang="en-IE" dirty="0"/>
          </a:p>
        </p:txBody>
      </p:sp>
      <p:sp>
        <p:nvSpPr>
          <p:cNvPr id="29" name="Rectangle 28">
            <a:extLst>
              <a:ext uri="{FF2B5EF4-FFF2-40B4-BE49-F238E27FC236}">
                <a16:creationId xmlns:a16="http://schemas.microsoft.com/office/drawing/2014/main" id="{1254ECB9-A4E4-EDC0-3EB7-42F9A87ED0A4}"/>
              </a:ext>
            </a:extLst>
          </p:cNvPr>
          <p:cNvSpPr/>
          <p:nvPr/>
        </p:nvSpPr>
        <p:spPr>
          <a:xfrm>
            <a:off x="22771341" y="18664365"/>
            <a:ext cx="7498782" cy="45719"/>
          </a:xfrm>
          <a:prstGeom prst="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2DB7390E-5864-935B-B6D1-EAC084465402}"/>
              </a:ext>
            </a:extLst>
          </p:cNvPr>
          <p:cNvSpPr/>
          <p:nvPr/>
        </p:nvSpPr>
        <p:spPr>
          <a:xfrm>
            <a:off x="15003823" y="11971485"/>
            <a:ext cx="7641644" cy="70338"/>
          </a:xfrm>
          <a:prstGeom prst="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626E0627-00C4-924F-D50F-3C7866D1F242}"/>
              </a:ext>
            </a:extLst>
          </p:cNvPr>
          <p:cNvSpPr/>
          <p:nvPr/>
        </p:nvSpPr>
        <p:spPr>
          <a:xfrm>
            <a:off x="7566742" y="8262351"/>
            <a:ext cx="7346597" cy="45719"/>
          </a:xfrm>
          <a:prstGeom prst="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BC3C3C89-A64E-A0E6-6E2A-0FB66E360FBF}"/>
              </a:ext>
            </a:extLst>
          </p:cNvPr>
          <p:cNvSpPr/>
          <p:nvPr/>
        </p:nvSpPr>
        <p:spPr>
          <a:xfrm>
            <a:off x="7566742" y="3791466"/>
            <a:ext cx="7346597" cy="45719"/>
          </a:xfrm>
          <a:prstGeom prst="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044" name="Picture 20" descr="Jupyter notebook icon by Friconix (fi-xnsuxl-jupyter-notebook)  normal,solid,python,google,notebook,colab,jupyter,markdown,google-colab, jupyter-notebook">
            <a:extLst>
              <a:ext uri="{FF2B5EF4-FFF2-40B4-BE49-F238E27FC236}">
                <a16:creationId xmlns:a16="http://schemas.microsoft.com/office/drawing/2014/main" id="{64878762-8346-E121-E147-207E539D1CEF}"/>
              </a:ext>
            </a:extLst>
          </p:cNvPr>
          <p:cNvPicPr>
            <a:picLocks noChangeAspect="1" noChangeArrowheads="1"/>
          </p:cNvPicPr>
          <p:nvPr/>
        </p:nvPicPr>
        <p:blipFill>
          <a:blip r:embed="rId13">
            <a:alphaModFix amt="48000"/>
            <a:extLst>
              <a:ext uri="{28A0092B-C50C-407E-A947-70E740481C1C}">
                <a14:useLocalDpi xmlns:a14="http://schemas.microsoft.com/office/drawing/2010/main" val="0"/>
              </a:ext>
            </a:extLst>
          </a:blip>
          <a:srcRect/>
          <a:stretch>
            <a:fillRect/>
          </a:stretch>
        </p:blipFill>
        <p:spPr bwMode="auto">
          <a:xfrm>
            <a:off x="7589846" y="19081058"/>
            <a:ext cx="2097543" cy="2097543"/>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A4C7FC-F2E9-1E12-6C4B-1403555A252A}"/>
              </a:ext>
            </a:extLst>
          </p:cNvPr>
          <p:cNvSpPr/>
          <p:nvPr/>
        </p:nvSpPr>
        <p:spPr>
          <a:xfrm>
            <a:off x="22741945" y="14078629"/>
            <a:ext cx="7533268" cy="70338"/>
          </a:xfrm>
          <a:prstGeom prst="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7554</TotalTime>
  <Words>1467</Words>
  <Application>Microsoft Office PowerPoint</Application>
  <PresentationFormat>Custom</PresentationFormat>
  <Paragraphs>139</Paragraphs>
  <Slides>1</Slides>
  <Notes>1</Notes>
  <HiddenSlides>0</HiddenSlides>
  <MMClips>0</MMClips>
  <ScaleCrop>false</ScaleCrop>
  <HeadingPairs>
    <vt:vector size="8" baseType="variant">
      <vt:variant>
        <vt:lpstr>Fonts Used</vt:lpstr>
      </vt:variant>
      <vt:variant>
        <vt:i4>8</vt:i4>
      </vt:variant>
      <vt:variant>
        <vt:lpstr>Theme</vt:lpstr>
      </vt:variant>
      <vt:variant>
        <vt:i4>4</vt:i4>
      </vt:variant>
      <vt:variant>
        <vt:lpstr>Embedded OLE Servers</vt:lpstr>
      </vt:variant>
      <vt:variant>
        <vt:i4>1</vt:i4>
      </vt:variant>
      <vt:variant>
        <vt:lpstr>Slide Titles</vt:lpstr>
      </vt:variant>
      <vt:variant>
        <vt:i4>1</vt:i4>
      </vt:variant>
    </vt:vector>
  </HeadingPairs>
  <TitlesOfParts>
    <vt:vector size="14" baseType="lpstr">
      <vt:lpstr>Arial</vt:lpstr>
      <vt:lpstr>Arial Nova Light</vt:lpstr>
      <vt:lpstr>Barlow Medium</vt:lpstr>
      <vt:lpstr>Calibri</vt:lpstr>
      <vt:lpstr>Space Mono</vt:lpstr>
      <vt:lpstr>Symbol</vt:lpstr>
      <vt:lpstr>Times New Roman</vt:lpstr>
      <vt:lpstr>Trebuchet MS</vt:lpstr>
      <vt:lpstr>36x48-Template-V2b</vt:lpstr>
      <vt:lpstr>1_Classic 3 Columns</vt:lpstr>
      <vt:lpstr>Classic - Wide Center</vt:lpstr>
      <vt:lpstr>Office Theme</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Luis Cantanhaede</cp:lastModifiedBy>
  <cp:revision>142</cp:revision>
  <dcterms:created xsi:type="dcterms:W3CDTF">2012-02-03T19:11:35Z</dcterms:created>
  <dcterms:modified xsi:type="dcterms:W3CDTF">2025-11-12T16:46:39Z</dcterms:modified>
</cp:coreProperties>
</file>